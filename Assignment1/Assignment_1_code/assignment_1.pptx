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0" r:id="rId2"/>
    <p:sldId id="261" r:id="rId3"/>
    <p:sldId id="262" r:id="rId4"/>
    <p:sldId id="263" r:id="rId5"/>
    <p:sldId id="265"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EB386B-FCD5-40C1-A664-33BDFFC38484}" v="61" dt="2026-10-21T10:09:42.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830" autoAdjust="0"/>
  </p:normalViewPr>
  <p:slideViewPr>
    <p:cSldViewPr snapToGrid="0" snapToObjects="1">
      <p:cViewPr varScale="1">
        <p:scale>
          <a:sx n="64" d="100"/>
          <a:sy n="64" d="100"/>
        </p:scale>
        <p:origin x="43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derica sassi" userId="fb0c83e19ff0fff5" providerId="LiveId" clId="{33EE0DFF-385B-4FBB-84D4-49AC59F8DCEF}"/>
    <pc:docChg chg="undo custSel addSld delSld modSld modMainMaster">
      <pc:chgData name="federica sassi" userId="fb0c83e19ff0fff5" providerId="LiveId" clId="{33EE0DFF-385B-4FBB-84D4-49AC59F8DCEF}" dt="2026-10-21T13:16:32.282" v="725" actId="20577"/>
      <pc:docMkLst>
        <pc:docMk/>
      </pc:docMkLst>
      <pc:sldChg chg="addSp delSp modSp del mod setBg">
        <pc:chgData name="federica sassi" userId="fb0c83e19ff0fff5" providerId="LiveId" clId="{33EE0DFF-385B-4FBB-84D4-49AC59F8DCEF}" dt="2026-10-21T10:11:21.157" v="383"/>
        <pc:sldMkLst>
          <pc:docMk/>
          <pc:sldMk cId="0" sldId="256"/>
        </pc:sldMkLst>
        <pc:spChg chg="mod">
          <ac:chgData name="federica sassi" userId="fb0c83e19ff0fff5" providerId="LiveId" clId="{33EE0DFF-385B-4FBB-84D4-49AC59F8DCEF}" dt="2026-10-21T08:06:25.941" v="1" actId="207"/>
          <ac:spMkLst>
            <pc:docMk/>
            <pc:sldMk cId="0" sldId="256"/>
            <ac:spMk id="2" creationId="{00000000-0000-0000-0000-000000000000}"/>
          </ac:spMkLst>
        </pc:spChg>
        <pc:spChg chg="del mod">
          <ac:chgData name="federica sassi" userId="fb0c83e19ff0fff5" providerId="LiveId" clId="{33EE0DFF-385B-4FBB-84D4-49AC59F8DCEF}" dt="2026-10-21T08:09:13.496" v="6" actId="478"/>
          <ac:spMkLst>
            <pc:docMk/>
            <pc:sldMk cId="0" sldId="256"/>
            <ac:spMk id="4" creationId="{00000000-0000-0000-0000-000000000000}"/>
          </ac:spMkLst>
        </pc:spChg>
        <pc:spChg chg="mod">
          <ac:chgData name="federica sassi" userId="fb0c83e19ff0fff5" providerId="LiveId" clId="{33EE0DFF-385B-4FBB-84D4-49AC59F8DCEF}" dt="2026-10-21T09:32:34.456" v="381" actId="2085"/>
          <ac:spMkLst>
            <pc:docMk/>
            <pc:sldMk cId="0" sldId="256"/>
            <ac:spMk id="5" creationId="{00000000-0000-0000-0000-000000000000}"/>
          </ac:spMkLst>
        </pc:spChg>
        <pc:spChg chg="mod">
          <ac:chgData name="federica sassi" userId="fb0c83e19ff0fff5" providerId="LiveId" clId="{33EE0DFF-385B-4FBB-84D4-49AC59F8DCEF}" dt="2026-10-21T08:15:36.274" v="157" actId="164"/>
          <ac:spMkLst>
            <pc:docMk/>
            <pc:sldMk cId="0" sldId="256"/>
            <ac:spMk id="6" creationId="{00000000-0000-0000-0000-000000000000}"/>
          </ac:spMkLst>
        </pc:spChg>
        <pc:spChg chg="mod">
          <ac:chgData name="federica sassi" userId="fb0c83e19ff0fff5" providerId="LiveId" clId="{33EE0DFF-385B-4FBB-84D4-49AC59F8DCEF}" dt="2026-10-21T08:15:36.274" v="157" actId="164"/>
          <ac:spMkLst>
            <pc:docMk/>
            <pc:sldMk cId="0" sldId="256"/>
            <ac:spMk id="7" creationId="{00000000-0000-0000-0000-000000000000}"/>
          </ac:spMkLst>
        </pc:spChg>
        <pc:spChg chg="mod">
          <ac:chgData name="federica sassi" userId="fb0c83e19ff0fff5" providerId="LiveId" clId="{33EE0DFF-385B-4FBB-84D4-49AC59F8DCEF}" dt="2026-10-21T08:15:54.991" v="159" actId="164"/>
          <ac:spMkLst>
            <pc:docMk/>
            <pc:sldMk cId="0" sldId="256"/>
            <ac:spMk id="8" creationId="{00000000-0000-0000-0000-000000000000}"/>
          </ac:spMkLst>
        </pc:spChg>
        <pc:spChg chg="mod">
          <ac:chgData name="federica sassi" userId="fb0c83e19ff0fff5" providerId="LiveId" clId="{33EE0DFF-385B-4FBB-84D4-49AC59F8DCEF}" dt="2026-10-21T08:16:15.036" v="179" actId="20577"/>
          <ac:spMkLst>
            <pc:docMk/>
            <pc:sldMk cId="0" sldId="256"/>
            <ac:spMk id="9" creationId="{00000000-0000-0000-0000-000000000000}"/>
          </ac:spMkLst>
        </pc:spChg>
        <pc:spChg chg="mod">
          <ac:chgData name="federica sassi" userId="fb0c83e19ff0fff5" providerId="LiveId" clId="{33EE0DFF-385B-4FBB-84D4-49AC59F8DCEF}" dt="2026-10-21T09:27:03.207" v="327" actId="6549"/>
          <ac:spMkLst>
            <pc:docMk/>
            <pc:sldMk cId="0" sldId="256"/>
            <ac:spMk id="10" creationId="{00000000-0000-0000-0000-000000000000}"/>
          </ac:spMkLst>
        </pc:spChg>
        <pc:grpChg chg="add mod">
          <ac:chgData name="federica sassi" userId="fb0c83e19ff0fff5" providerId="LiveId" clId="{33EE0DFF-385B-4FBB-84D4-49AC59F8DCEF}" dt="2026-10-21T08:15:39.913" v="158" actId="1076"/>
          <ac:grpSpMkLst>
            <pc:docMk/>
            <pc:sldMk cId="0" sldId="256"/>
            <ac:grpSpMk id="11" creationId="{328782F9-890E-AC4A-92C8-F46645DC2907}"/>
          </ac:grpSpMkLst>
        </pc:grpChg>
        <pc:grpChg chg="add mod">
          <ac:chgData name="federica sassi" userId="fb0c83e19ff0fff5" providerId="LiveId" clId="{33EE0DFF-385B-4FBB-84D4-49AC59F8DCEF}" dt="2026-10-21T08:16:04.740" v="160" actId="1076"/>
          <ac:grpSpMkLst>
            <pc:docMk/>
            <pc:sldMk cId="0" sldId="256"/>
            <ac:grpSpMk id="12" creationId="{619D0A6D-EF7A-CDAB-50D4-978CBAA4A3F4}"/>
          </ac:grpSpMkLst>
        </pc:grpChg>
      </pc:sldChg>
      <pc:sldChg chg="delSp modSp del mod setBg">
        <pc:chgData name="federica sassi" userId="fb0c83e19ff0fff5" providerId="LiveId" clId="{33EE0DFF-385B-4FBB-84D4-49AC59F8DCEF}" dt="2026-10-21T10:11:21.915" v="385"/>
        <pc:sldMkLst>
          <pc:docMk/>
          <pc:sldMk cId="0" sldId="257"/>
        </pc:sldMkLst>
        <pc:spChg chg="mod">
          <ac:chgData name="federica sassi" userId="fb0c83e19ff0fff5" providerId="LiveId" clId="{33EE0DFF-385B-4FBB-84D4-49AC59F8DCEF}" dt="2026-10-21T08:25:07.966" v="264" actId="2711"/>
          <ac:spMkLst>
            <pc:docMk/>
            <pc:sldMk cId="0" sldId="257"/>
            <ac:spMk id="2" creationId="{00000000-0000-0000-0000-000000000000}"/>
          </ac:spMkLst>
        </pc:spChg>
        <pc:spChg chg="mod">
          <ac:chgData name="federica sassi" userId="fb0c83e19ff0fff5" providerId="LiveId" clId="{33EE0DFF-385B-4FBB-84D4-49AC59F8DCEF}" dt="2026-10-21T08:25:07.966" v="264" actId="2711"/>
          <ac:spMkLst>
            <pc:docMk/>
            <pc:sldMk cId="0" sldId="257"/>
            <ac:spMk id="3" creationId="{00000000-0000-0000-0000-000000000000}"/>
          </ac:spMkLst>
        </pc:spChg>
        <pc:spChg chg="mod">
          <ac:chgData name="federica sassi" userId="fb0c83e19ff0fff5" providerId="LiveId" clId="{33EE0DFF-385B-4FBB-84D4-49AC59F8DCEF}" dt="2026-10-21T08:25:07.966" v="264" actId="2711"/>
          <ac:spMkLst>
            <pc:docMk/>
            <pc:sldMk cId="0" sldId="257"/>
            <ac:spMk id="4" creationId="{00000000-0000-0000-0000-000000000000}"/>
          </ac:spMkLst>
        </pc:spChg>
        <pc:spChg chg="mod">
          <ac:chgData name="federica sassi" userId="fb0c83e19ff0fff5" providerId="LiveId" clId="{33EE0DFF-385B-4FBB-84D4-49AC59F8DCEF}" dt="2026-10-21T08:25:07.966" v="264" actId="2711"/>
          <ac:spMkLst>
            <pc:docMk/>
            <pc:sldMk cId="0" sldId="257"/>
            <ac:spMk id="5" creationId="{00000000-0000-0000-0000-000000000000}"/>
          </ac:spMkLst>
        </pc:spChg>
        <pc:spChg chg="mod">
          <ac:chgData name="federica sassi" userId="fb0c83e19ff0fff5" providerId="LiveId" clId="{33EE0DFF-385B-4FBB-84D4-49AC59F8DCEF}" dt="2026-10-21T08:25:07.966" v="264" actId="2711"/>
          <ac:spMkLst>
            <pc:docMk/>
            <pc:sldMk cId="0" sldId="257"/>
            <ac:spMk id="6" creationId="{00000000-0000-0000-0000-000000000000}"/>
          </ac:spMkLst>
        </pc:spChg>
        <pc:spChg chg="mod">
          <ac:chgData name="federica sassi" userId="fb0c83e19ff0fff5" providerId="LiveId" clId="{33EE0DFF-385B-4FBB-84D4-49AC59F8DCEF}" dt="2026-10-21T08:25:07.966" v="264" actId="2711"/>
          <ac:spMkLst>
            <pc:docMk/>
            <pc:sldMk cId="0" sldId="257"/>
            <ac:spMk id="7" creationId="{00000000-0000-0000-0000-000000000000}"/>
          </ac:spMkLst>
        </pc:spChg>
        <pc:spChg chg="del mod">
          <ac:chgData name="federica sassi" userId="fb0c83e19ff0fff5" providerId="LiveId" clId="{33EE0DFF-385B-4FBB-84D4-49AC59F8DCEF}" dt="2026-10-21T08:19:55.753" v="201" actId="478"/>
          <ac:spMkLst>
            <pc:docMk/>
            <pc:sldMk cId="0" sldId="257"/>
            <ac:spMk id="8" creationId="{00000000-0000-0000-0000-000000000000}"/>
          </ac:spMkLst>
        </pc:spChg>
        <pc:spChg chg="mod">
          <ac:chgData name="federica sassi" userId="fb0c83e19ff0fff5" providerId="LiveId" clId="{33EE0DFF-385B-4FBB-84D4-49AC59F8DCEF}" dt="2026-10-21T08:25:07.966" v="264" actId="2711"/>
          <ac:spMkLst>
            <pc:docMk/>
            <pc:sldMk cId="0" sldId="257"/>
            <ac:spMk id="9" creationId="{00000000-0000-0000-0000-000000000000}"/>
          </ac:spMkLst>
        </pc:spChg>
        <pc:spChg chg="mod">
          <ac:chgData name="federica sassi" userId="fb0c83e19ff0fff5" providerId="LiveId" clId="{33EE0DFF-385B-4FBB-84D4-49AC59F8DCEF}" dt="2026-10-21T08:25:07.966" v="264" actId="2711"/>
          <ac:spMkLst>
            <pc:docMk/>
            <pc:sldMk cId="0" sldId="257"/>
            <ac:spMk id="11" creationId="{00000000-0000-0000-0000-000000000000}"/>
          </ac:spMkLst>
        </pc:spChg>
        <pc:graphicFrameChg chg="mod modGraphic">
          <ac:chgData name="federica sassi" userId="fb0c83e19ff0fff5" providerId="LiveId" clId="{33EE0DFF-385B-4FBB-84D4-49AC59F8DCEF}" dt="2026-10-21T09:27:39.007" v="338" actId="5793"/>
          <ac:graphicFrameMkLst>
            <pc:docMk/>
            <pc:sldMk cId="0" sldId="257"/>
            <ac:graphicFrameMk id="10" creationId="{00000000-0000-0000-0000-000000000000}"/>
          </ac:graphicFrameMkLst>
        </pc:graphicFrameChg>
      </pc:sldChg>
      <pc:sldChg chg="addSp delSp modSp del mod setBg">
        <pc:chgData name="federica sassi" userId="fb0c83e19ff0fff5" providerId="LiveId" clId="{33EE0DFF-385B-4FBB-84D4-49AC59F8DCEF}" dt="2026-10-21T10:11:23.540" v="387"/>
        <pc:sldMkLst>
          <pc:docMk/>
          <pc:sldMk cId="0" sldId="258"/>
        </pc:sldMkLst>
        <pc:spChg chg="del">
          <ac:chgData name="federica sassi" userId="fb0c83e19ff0fff5" providerId="LiveId" clId="{33EE0DFF-385B-4FBB-84D4-49AC59F8DCEF}" dt="2026-10-21T08:22:04.878" v="205" actId="478"/>
          <ac:spMkLst>
            <pc:docMk/>
            <pc:sldMk cId="0" sldId="258"/>
            <ac:spMk id="3" creationId="{00000000-0000-0000-0000-000000000000}"/>
          </ac:spMkLst>
        </pc:spChg>
        <pc:spChg chg="mod">
          <ac:chgData name="federica sassi" userId="fb0c83e19ff0fff5" providerId="LiveId" clId="{33EE0DFF-385B-4FBB-84D4-49AC59F8DCEF}" dt="2026-10-21T08:23:27.409" v="219" actId="207"/>
          <ac:spMkLst>
            <pc:docMk/>
            <pc:sldMk cId="0" sldId="258"/>
            <ac:spMk id="4" creationId="{00000000-0000-0000-0000-000000000000}"/>
          </ac:spMkLst>
        </pc:spChg>
        <pc:spChg chg="del">
          <ac:chgData name="federica sassi" userId="fb0c83e19ff0fff5" providerId="LiveId" clId="{33EE0DFF-385B-4FBB-84D4-49AC59F8DCEF}" dt="2026-10-21T08:22:07.743" v="206" actId="478"/>
          <ac:spMkLst>
            <pc:docMk/>
            <pc:sldMk cId="0" sldId="258"/>
            <ac:spMk id="13" creationId="{00000000-0000-0000-0000-000000000000}"/>
          </ac:spMkLst>
        </pc:spChg>
        <pc:spChg chg="mod">
          <ac:chgData name="federica sassi" userId="fb0c83e19ff0fff5" providerId="LiveId" clId="{33EE0DFF-385B-4FBB-84D4-49AC59F8DCEF}" dt="2026-10-21T09:29:04.733" v="380" actId="6549"/>
          <ac:spMkLst>
            <pc:docMk/>
            <pc:sldMk cId="0" sldId="258"/>
            <ac:spMk id="14" creationId="{00000000-0000-0000-0000-000000000000}"/>
          </ac:spMkLst>
        </pc:spChg>
        <pc:spChg chg="mod">
          <ac:chgData name="federica sassi" userId="fb0c83e19ff0fff5" providerId="LiveId" clId="{33EE0DFF-385B-4FBB-84D4-49AC59F8DCEF}" dt="2026-10-21T09:28:37.402" v="340" actId="1076"/>
          <ac:spMkLst>
            <pc:docMk/>
            <pc:sldMk cId="0" sldId="258"/>
            <ac:spMk id="15" creationId="{00000000-0000-0000-0000-000000000000}"/>
          </ac:spMkLst>
        </pc:spChg>
        <pc:spChg chg="mod">
          <ac:chgData name="federica sassi" userId="fb0c83e19ff0fff5" providerId="LiveId" clId="{33EE0DFF-385B-4FBB-84D4-49AC59F8DCEF}" dt="2026-10-21T09:28:37.402" v="340" actId="1076"/>
          <ac:spMkLst>
            <pc:docMk/>
            <pc:sldMk cId="0" sldId="258"/>
            <ac:spMk id="16" creationId="{00000000-0000-0000-0000-000000000000}"/>
          </ac:spMkLst>
        </pc:spChg>
        <pc:spChg chg="del">
          <ac:chgData name="federica sassi" userId="fb0c83e19ff0fff5" providerId="LiveId" clId="{33EE0DFF-385B-4FBB-84D4-49AC59F8DCEF}" dt="2026-10-21T08:22:10.417" v="207" actId="478"/>
          <ac:spMkLst>
            <pc:docMk/>
            <pc:sldMk cId="0" sldId="258"/>
            <ac:spMk id="17" creationId="{00000000-0000-0000-0000-000000000000}"/>
          </ac:spMkLst>
        </pc:spChg>
        <pc:spChg chg="del mod">
          <ac:chgData name="federica sassi" userId="fb0c83e19ff0fff5" providerId="LiveId" clId="{33EE0DFF-385B-4FBB-84D4-49AC59F8DCEF}" dt="2026-10-21T09:28:28.613" v="339" actId="21"/>
          <ac:spMkLst>
            <pc:docMk/>
            <pc:sldMk cId="0" sldId="258"/>
            <ac:spMk id="18" creationId="{00000000-0000-0000-0000-000000000000}"/>
          </ac:spMkLst>
        </pc:spChg>
        <pc:spChg chg="del">
          <ac:chgData name="federica sassi" userId="fb0c83e19ff0fff5" providerId="LiveId" clId="{33EE0DFF-385B-4FBB-84D4-49AC59F8DCEF}" dt="2026-10-21T09:28:28.613" v="339" actId="21"/>
          <ac:spMkLst>
            <pc:docMk/>
            <pc:sldMk cId="0" sldId="258"/>
            <ac:spMk id="19" creationId="{00000000-0000-0000-0000-000000000000}"/>
          </ac:spMkLst>
        </pc:spChg>
        <pc:spChg chg="del mod">
          <ac:chgData name="federica sassi" userId="fb0c83e19ff0fff5" providerId="LiveId" clId="{33EE0DFF-385B-4FBB-84D4-49AC59F8DCEF}" dt="2026-10-21T09:28:28.613" v="339" actId="21"/>
          <ac:spMkLst>
            <pc:docMk/>
            <pc:sldMk cId="0" sldId="258"/>
            <ac:spMk id="20" creationId="{00000000-0000-0000-0000-000000000000}"/>
          </ac:spMkLst>
        </pc:spChg>
        <pc:spChg chg="mod">
          <ac:chgData name="federica sassi" userId="fb0c83e19ff0fff5" providerId="LiveId" clId="{33EE0DFF-385B-4FBB-84D4-49AC59F8DCEF}" dt="2026-10-21T08:23:39.273" v="221" actId="1076"/>
          <ac:spMkLst>
            <pc:docMk/>
            <pc:sldMk cId="0" sldId="258"/>
            <ac:spMk id="21" creationId="{00000000-0000-0000-0000-000000000000}"/>
          </ac:spMkLst>
        </pc:spChg>
        <pc:spChg chg="add mod">
          <ac:chgData name="federica sassi" userId="fb0c83e19ff0fff5" providerId="LiveId" clId="{33EE0DFF-385B-4FBB-84D4-49AC59F8DCEF}" dt="2026-10-21T09:28:52.812" v="366" actId="20577"/>
          <ac:spMkLst>
            <pc:docMk/>
            <pc:sldMk cId="0" sldId="258"/>
            <ac:spMk id="23" creationId="{A8A038E2-CB7C-FE57-5DF0-D1F3185B2CFC}"/>
          </ac:spMkLst>
        </pc:spChg>
        <pc:spChg chg="add mod">
          <ac:chgData name="federica sassi" userId="fb0c83e19ff0fff5" providerId="LiveId" clId="{33EE0DFF-385B-4FBB-84D4-49AC59F8DCEF}" dt="2026-10-21T09:28:45.721" v="342" actId="1076"/>
          <ac:spMkLst>
            <pc:docMk/>
            <pc:sldMk cId="0" sldId="258"/>
            <ac:spMk id="25" creationId="{0A9E00E0-C75B-73BC-19ED-5FEFC5B2BF8D}"/>
          </ac:spMkLst>
        </pc:spChg>
        <pc:spChg chg="add mod">
          <ac:chgData name="federica sassi" userId="fb0c83e19ff0fff5" providerId="LiveId" clId="{33EE0DFF-385B-4FBB-84D4-49AC59F8DCEF}" dt="2026-10-21T09:28:45.721" v="342" actId="1076"/>
          <ac:spMkLst>
            <pc:docMk/>
            <pc:sldMk cId="0" sldId="258"/>
            <ac:spMk id="27" creationId="{C82903F6-1D01-6612-9384-66AED0EF8CE2}"/>
          </ac:spMkLst>
        </pc:spChg>
      </pc:sldChg>
      <pc:sldChg chg="addSp delSp modSp del mod setBg">
        <pc:chgData name="federica sassi" userId="fb0c83e19ff0fff5" providerId="LiveId" clId="{33EE0DFF-385B-4FBB-84D4-49AC59F8DCEF}" dt="2026-10-21T10:11:23.998" v="389"/>
        <pc:sldMkLst>
          <pc:docMk/>
          <pc:sldMk cId="0" sldId="259"/>
        </pc:sldMkLst>
        <pc:spChg chg="mod">
          <ac:chgData name="federica sassi" userId="fb0c83e19ff0fff5" providerId="LiveId" clId="{33EE0DFF-385B-4FBB-84D4-49AC59F8DCEF}" dt="2026-10-21T08:13:24.483" v="111" actId="207"/>
          <ac:spMkLst>
            <pc:docMk/>
            <pc:sldMk cId="0" sldId="259"/>
            <ac:spMk id="3" creationId="{00000000-0000-0000-0000-000000000000}"/>
          </ac:spMkLst>
        </pc:spChg>
        <pc:spChg chg="add del mod">
          <ac:chgData name="federica sassi" userId="fb0c83e19ff0fff5" providerId="LiveId" clId="{33EE0DFF-385B-4FBB-84D4-49AC59F8DCEF}" dt="2026-10-21T08:49:26.488" v="285" actId="1036"/>
          <ac:spMkLst>
            <pc:docMk/>
            <pc:sldMk cId="0" sldId="259"/>
            <ac:spMk id="4" creationId="{00000000-0000-0000-0000-000000000000}"/>
          </ac:spMkLst>
        </pc:spChg>
        <pc:spChg chg="mod">
          <ac:chgData name="federica sassi" userId="fb0c83e19ff0fff5" providerId="LiveId" clId="{33EE0DFF-385B-4FBB-84D4-49AC59F8DCEF}" dt="2026-10-21T08:49:26.488" v="285" actId="1036"/>
          <ac:spMkLst>
            <pc:docMk/>
            <pc:sldMk cId="0" sldId="259"/>
            <ac:spMk id="5" creationId="{00000000-0000-0000-0000-000000000000}"/>
          </ac:spMkLst>
        </pc:spChg>
        <pc:spChg chg="mod">
          <ac:chgData name="federica sassi" userId="fb0c83e19ff0fff5" providerId="LiveId" clId="{33EE0DFF-385B-4FBB-84D4-49AC59F8DCEF}" dt="2026-10-21T08:49:17.461" v="279" actId="1036"/>
          <ac:spMkLst>
            <pc:docMk/>
            <pc:sldMk cId="0" sldId="259"/>
            <ac:spMk id="7" creationId="{00000000-0000-0000-0000-000000000000}"/>
          </ac:spMkLst>
        </pc:spChg>
        <pc:spChg chg="mod">
          <ac:chgData name="federica sassi" userId="fb0c83e19ff0fff5" providerId="LiveId" clId="{33EE0DFF-385B-4FBB-84D4-49AC59F8DCEF}" dt="2026-10-21T08:13:27.935" v="112" actId="207"/>
          <ac:spMkLst>
            <pc:docMk/>
            <pc:sldMk cId="0" sldId="259"/>
            <ac:spMk id="8" creationId="{00000000-0000-0000-0000-000000000000}"/>
          </ac:spMkLst>
        </pc:spChg>
        <pc:graphicFrameChg chg="mod">
          <ac:chgData name="federica sassi" userId="fb0c83e19ff0fff5" providerId="LiveId" clId="{33EE0DFF-385B-4FBB-84D4-49AC59F8DCEF}" dt="2026-10-21T08:49:17.461" v="279" actId="1036"/>
          <ac:graphicFrameMkLst>
            <pc:docMk/>
            <pc:sldMk cId="0" sldId="259"/>
            <ac:graphicFrameMk id="6" creationId="{00000000-0000-0000-0000-000000000000}"/>
          </ac:graphicFrameMkLst>
        </pc:graphicFrameChg>
      </pc:sldChg>
      <pc:sldChg chg="add">
        <pc:chgData name="federica sassi" userId="fb0c83e19ff0fff5" providerId="LiveId" clId="{33EE0DFF-385B-4FBB-84D4-49AC59F8DCEF}" dt="2026-10-21T10:11:20.871" v="382"/>
        <pc:sldMkLst>
          <pc:docMk/>
          <pc:sldMk cId="1967988003" sldId="260"/>
        </pc:sldMkLst>
      </pc:sldChg>
      <pc:sldChg chg="add">
        <pc:chgData name="federica sassi" userId="fb0c83e19ff0fff5" providerId="LiveId" clId="{33EE0DFF-385B-4FBB-84D4-49AC59F8DCEF}" dt="2026-10-21T10:11:21.759" v="384"/>
        <pc:sldMkLst>
          <pc:docMk/>
          <pc:sldMk cId="3781840563" sldId="261"/>
        </pc:sldMkLst>
      </pc:sldChg>
      <pc:sldChg chg="delSp modSp add mod">
        <pc:chgData name="federica sassi" userId="fb0c83e19ff0fff5" providerId="LiveId" clId="{33EE0DFF-385B-4FBB-84D4-49AC59F8DCEF}" dt="2026-10-21T12:50:21.023" v="627" actId="1076"/>
        <pc:sldMkLst>
          <pc:docMk/>
          <pc:sldMk cId="3850734287" sldId="262"/>
        </pc:sldMkLst>
        <pc:spChg chg="mod">
          <ac:chgData name="federica sassi" userId="fb0c83e19ff0fff5" providerId="LiveId" clId="{33EE0DFF-385B-4FBB-84D4-49AC59F8DCEF}" dt="2026-10-21T12:48:28.051" v="430" actId="1076"/>
          <ac:spMkLst>
            <pc:docMk/>
            <pc:sldMk cId="3850734287" sldId="262"/>
            <ac:spMk id="14" creationId="{00000000-0000-0000-0000-000000000000}"/>
          </ac:spMkLst>
        </pc:spChg>
        <pc:spChg chg="mod">
          <ac:chgData name="federica sassi" userId="fb0c83e19ff0fff5" providerId="LiveId" clId="{33EE0DFF-385B-4FBB-84D4-49AC59F8DCEF}" dt="2026-10-21T12:49:32.446" v="590" actId="20577"/>
          <ac:spMkLst>
            <pc:docMk/>
            <pc:sldMk cId="3850734287" sldId="262"/>
            <ac:spMk id="15" creationId="{00000000-0000-0000-0000-000000000000}"/>
          </ac:spMkLst>
        </pc:spChg>
        <pc:spChg chg="mod">
          <ac:chgData name="federica sassi" userId="fb0c83e19ff0fff5" providerId="LiveId" clId="{33EE0DFF-385B-4FBB-84D4-49AC59F8DCEF}" dt="2026-10-21T12:49:56.195" v="621" actId="20577"/>
          <ac:spMkLst>
            <pc:docMk/>
            <pc:sldMk cId="3850734287" sldId="262"/>
            <ac:spMk id="16" creationId="{00000000-0000-0000-0000-000000000000}"/>
          </ac:spMkLst>
        </pc:spChg>
        <pc:spChg chg="mod">
          <ac:chgData name="federica sassi" userId="fb0c83e19ff0fff5" providerId="LiveId" clId="{33EE0DFF-385B-4FBB-84D4-49AC59F8DCEF}" dt="2026-10-21T12:50:21.023" v="627" actId="1076"/>
          <ac:spMkLst>
            <pc:docMk/>
            <pc:sldMk cId="3850734287" sldId="262"/>
            <ac:spMk id="21" creationId="{00000000-0000-0000-0000-000000000000}"/>
          </ac:spMkLst>
        </pc:spChg>
        <pc:spChg chg="mod">
          <ac:chgData name="federica sassi" userId="fb0c83e19ff0fff5" providerId="LiveId" clId="{33EE0DFF-385B-4FBB-84D4-49AC59F8DCEF}" dt="2026-10-21T12:49:46.468" v="610" actId="20577"/>
          <ac:spMkLst>
            <pc:docMk/>
            <pc:sldMk cId="3850734287" sldId="262"/>
            <ac:spMk id="25" creationId="{0A9E00E0-C75B-73BC-19ED-5FEFC5B2BF8D}"/>
          </ac:spMkLst>
        </pc:spChg>
        <pc:spChg chg="del mod">
          <ac:chgData name="federica sassi" userId="fb0c83e19ff0fff5" providerId="LiveId" clId="{33EE0DFF-385B-4FBB-84D4-49AC59F8DCEF}" dt="2026-10-21T12:49:51.606" v="612" actId="478"/>
          <ac:spMkLst>
            <pc:docMk/>
            <pc:sldMk cId="3850734287" sldId="262"/>
            <ac:spMk id="27" creationId="{C82903F6-1D01-6612-9384-66AED0EF8CE2}"/>
          </ac:spMkLst>
        </pc:spChg>
      </pc:sldChg>
      <pc:sldChg chg="delSp modSp add mod">
        <pc:chgData name="federica sassi" userId="fb0c83e19ff0fff5" providerId="LiveId" clId="{33EE0DFF-385B-4FBB-84D4-49AC59F8DCEF}" dt="2026-10-21T10:13:54.508" v="409" actId="1036"/>
        <pc:sldMkLst>
          <pc:docMk/>
          <pc:sldMk cId="3003536579" sldId="263"/>
        </pc:sldMkLst>
        <pc:spChg chg="mod">
          <ac:chgData name="federica sassi" userId="fb0c83e19ff0fff5" providerId="LiveId" clId="{33EE0DFF-385B-4FBB-84D4-49AC59F8DCEF}" dt="2026-10-21T10:13:54.508" v="409" actId="1036"/>
          <ac:spMkLst>
            <pc:docMk/>
            <pc:sldMk cId="3003536579" sldId="263"/>
            <ac:spMk id="3" creationId="{00000000-0000-0000-0000-000000000000}"/>
          </ac:spMkLst>
        </pc:spChg>
        <pc:spChg chg="mod">
          <ac:chgData name="federica sassi" userId="fb0c83e19ff0fff5" providerId="LiveId" clId="{33EE0DFF-385B-4FBB-84D4-49AC59F8DCEF}" dt="2026-10-21T10:13:54.508" v="409" actId="1036"/>
          <ac:spMkLst>
            <pc:docMk/>
            <pc:sldMk cId="3003536579" sldId="263"/>
            <ac:spMk id="4" creationId="{00000000-0000-0000-0000-000000000000}"/>
          </ac:spMkLst>
        </pc:spChg>
        <pc:spChg chg="mod">
          <ac:chgData name="federica sassi" userId="fb0c83e19ff0fff5" providerId="LiveId" clId="{33EE0DFF-385B-4FBB-84D4-49AC59F8DCEF}" dt="2026-10-21T10:13:54.508" v="409" actId="1036"/>
          <ac:spMkLst>
            <pc:docMk/>
            <pc:sldMk cId="3003536579" sldId="263"/>
            <ac:spMk id="5" creationId="{00000000-0000-0000-0000-000000000000}"/>
          </ac:spMkLst>
        </pc:spChg>
        <pc:spChg chg="mod">
          <ac:chgData name="federica sassi" userId="fb0c83e19ff0fff5" providerId="LiveId" clId="{33EE0DFF-385B-4FBB-84D4-49AC59F8DCEF}" dt="2026-10-21T10:13:54.508" v="409" actId="1036"/>
          <ac:spMkLst>
            <pc:docMk/>
            <pc:sldMk cId="3003536579" sldId="263"/>
            <ac:spMk id="7" creationId="{00000000-0000-0000-0000-000000000000}"/>
          </ac:spMkLst>
        </pc:spChg>
        <pc:spChg chg="mod">
          <ac:chgData name="federica sassi" userId="fb0c83e19ff0fff5" providerId="LiveId" clId="{33EE0DFF-385B-4FBB-84D4-49AC59F8DCEF}" dt="2026-10-21T10:13:54.508" v="409" actId="1036"/>
          <ac:spMkLst>
            <pc:docMk/>
            <pc:sldMk cId="3003536579" sldId="263"/>
            <ac:spMk id="8" creationId="{00000000-0000-0000-0000-000000000000}"/>
          </ac:spMkLst>
        </pc:spChg>
        <pc:spChg chg="del">
          <ac:chgData name="federica sassi" userId="fb0c83e19ff0fff5" providerId="LiveId" clId="{33EE0DFF-385B-4FBB-84D4-49AC59F8DCEF}" dt="2026-10-21T10:13:45.615" v="393" actId="478"/>
          <ac:spMkLst>
            <pc:docMk/>
            <pc:sldMk cId="3003536579" sldId="263"/>
            <ac:spMk id="10" creationId="{00000000-0000-0000-0000-000000000000}"/>
          </ac:spMkLst>
        </pc:spChg>
        <pc:graphicFrameChg chg="mod">
          <ac:chgData name="federica sassi" userId="fb0c83e19ff0fff5" providerId="LiveId" clId="{33EE0DFF-385B-4FBB-84D4-49AC59F8DCEF}" dt="2026-10-21T10:13:54.508" v="409" actId="1036"/>
          <ac:graphicFrameMkLst>
            <pc:docMk/>
            <pc:sldMk cId="3003536579" sldId="263"/>
            <ac:graphicFrameMk id="6" creationId="{00000000-0000-0000-0000-000000000000}"/>
          </ac:graphicFrameMkLst>
        </pc:graphicFrameChg>
        <pc:graphicFrameChg chg="mod">
          <ac:chgData name="federica sassi" userId="fb0c83e19ff0fff5" providerId="LiveId" clId="{33EE0DFF-385B-4FBB-84D4-49AC59F8DCEF}" dt="2026-10-21T10:13:54.508" v="409" actId="1036"/>
          <ac:graphicFrameMkLst>
            <pc:docMk/>
            <pc:sldMk cId="3003536579" sldId="263"/>
            <ac:graphicFrameMk id="9" creationId="{00000000-0000-0000-0000-000000000000}"/>
          </ac:graphicFrameMkLst>
        </pc:graphicFrameChg>
      </pc:sldChg>
      <pc:sldChg chg="addSp delSp modSp new del mod">
        <pc:chgData name="federica sassi" userId="fb0c83e19ff0fff5" providerId="LiveId" clId="{33EE0DFF-385B-4FBB-84D4-49AC59F8DCEF}" dt="2026-10-21T10:22:32.076" v="429"/>
        <pc:sldMkLst>
          <pc:docMk/>
          <pc:sldMk cId="3172332480" sldId="264"/>
        </pc:sldMkLst>
        <pc:spChg chg="del">
          <ac:chgData name="federica sassi" userId="fb0c83e19ff0fff5" providerId="LiveId" clId="{33EE0DFF-385B-4FBB-84D4-49AC59F8DCEF}" dt="2026-10-21T10:12:31.563" v="391" actId="478"/>
          <ac:spMkLst>
            <pc:docMk/>
            <pc:sldMk cId="3172332480" sldId="264"/>
            <ac:spMk id="2" creationId="{E322AFD3-8FA6-784D-EDDD-E33881228FEC}"/>
          </ac:spMkLst>
        </pc:spChg>
        <pc:spChg chg="del">
          <ac:chgData name="federica sassi" userId="fb0c83e19ff0fff5" providerId="LiveId" clId="{33EE0DFF-385B-4FBB-84D4-49AC59F8DCEF}" dt="2026-10-21T10:12:33.373" v="392" actId="478"/>
          <ac:spMkLst>
            <pc:docMk/>
            <pc:sldMk cId="3172332480" sldId="264"/>
            <ac:spMk id="3" creationId="{ACBD2E27-0D4A-BAE8-EF14-55DB5170279C}"/>
          </ac:spMkLst>
        </pc:spChg>
        <pc:picChg chg="add mod modCrop">
          <ac:chgData name="federica sassi" userId="fb0c83e19ff0fff5" providerId="LiveId" clId="{33EE0DFF-385B-4FBB-84D4-49AC59F8DCEF}" dt="2026-10-21T10:16:35.728" v="415" actId="1076"/>
          <ac:picMkLst>
            <pc:docMk/>
            <pc:sldMk cId="3172332480" sldId="264"/>
            <ac:picMk id="5" creationId="{07639B53-6529-A8D9-B077-9E3A31AEAE19}"/>
          </ac:picMkLst>
        </pc:picChg>
        <pc:picChg chg="add mod">
          <ac:chgData name="federica sassi" userId="fb0c83e19ff0fff5" providerId="LiveId" clId="{33EE0DFF-385B-4FBB-84D4-49AC59F8DCEF}" dt="2026-10-21T10:18:56.449" v="427" actId="1076"/>
          <ac:picMkLst>
            <pc:docMk/>
            <pc:sldMk cId="3172332480" sldId="264"/>
            <ac:picMk id="7" creationId="{D2C8CBEE-DE18-7CAE-8416-41CF43971287}"/>
          </ac:picMkLst>
        </pc:picChg>
        <pc:picChg chg="add mod modCrop">
          <ac:chgData name="federica sassi" userId="fb0c83e19ff0fff5" providerId="LiveId" clId="{33EE0DFF-385B-4FBB-84D4-49AC59F8DCEF}" dt="2026-10-21T10:18:51.685" v="426" actId="1076"/>
          <ac:picMkLst>
            <pc:docMk/>
            <pc:sldMk cId="3172332480" sldId="264"/>
            <ac:picMk id="9" creationId="{D6A1705F-02CB-E1ED-54BA-2DF75A67CF99}"/>
          </ac:picMkLst>
        </pc:picChg>
      </pc:sldChg>
      <pc:sldChg chg="delSp modSp add mod">
        <pc:chgData name="federica sassi" userId="fb0c83e19ff0fff5" providerId="LiveId" clId="{33EE0DFF-385B-4FBB-84D4-49AC59F8DCEF}" dt="2026-10-21T13:16:32.282" v="725" actId="20577"/>
        <pc:sldMkLst>
          <pc:docMk/>
          <pc:sldMk cId="281877793" sldId="265"/>
        </pc:sldMkLst>
        <pc:spChg chg="mod">
          <ac:chgData name="federica sassi" userId="fb0c83e19ff0fff5" providerId="LiveId" clId="{33EE0DFF-385B-4FBB-84D4-49AC59F8DCEF}" dt="2026-10-21T13:12:13.135" v="712" actId="1035"/>
          <ac:spMkLst>
            <pc:docMk/>
            <pc:sldMk cId="281877793" sldId="265"/>
            <ac:spMk id="21" creationId="{00000000-0000-0000-0000-000000000000}"/>
          </ac:spMkLst>
        </pc:spChg>
        <pc:spChg chg="del mod">
          <ac:chgData name="federica sassi" userId="fb0c83e19ff0fff5" providerId="LiveId" clId="{33EE0DFF-385B-4FBB-84D4-49AC59F8DCEF}" dt="2026-10-21T13:16:14.457" v="723" actId="478"/>
          <ac:spMkLst>
            <pc:docMk/>
            <pc:sldMk cId="281877793" sldId="265"/>
            <ac:spMk id="22" creationId="{00000000-0000-0000-0000-000000000000}"/>
          </ac:spMkLst>
        </pc:spChg>
        <pc:spChg chg="mod">
          <ac:chgData name="federica sassi" userId="fb0c83e19ff0fff5" providerId="LiveId" clId="{33EE0DFF-385B-4FBB-84D4-49AC59F8DCEF}" dt="2026-10-21T13:16:32.282" v="725" actId="20577"/>
          <ac:spMkLst>
            <pc:docMk/>
            <pc:sldMk cId="281877793" sldId="265"/>
            <ac:spMk id="23" creationId="{00000000-0000-0000-0000-000000000000}"/>
          </ac:spMkLst>
        </pc:spChg>
        <pc:spChg chg="del mod">
          <ac:chgData name="federica sassi" userId="fb0c83e19ff0fff5" providerId="LiveId" clId="{33EE0DFF-385B-4FBB-84D4-49AC59F8DCEF}" dt="2026-10-21T13:11:41.966" v="685" actId="478"/>
          <ac:spMkLst>
            <pc:docMk/>
            <pc:sldMk cId="281877793" sldId="265"/>
            <ac:spMk id="24" creationId="{00000000-0000-0000-0000-000000000000}"/>
          </ac:spMkLst>
        </pc:spChg>
        <pc:spChg chg="del mod">
          <ac:chgData name="federica sassi" userId="fb0c83e19ff0fff5" providerId="LiveId" clId="{33EE0DFF-385B-4FBB-84D4-49AC59F8DCEF}" dt="2026-10-21T13:11:18.518" v="655" actId="478"/>
          <ac:spMkLst>
            <pc:docMk/>
            <pc:sldMk cId="281877793" sldId="265"/>
            <ac:spMk id="25" creationId="{00000000-0000-0000-0000-000000000000}"/>
          </ac:spMkLst>
        </pc:spChg>
      </pc:sldChg>
      <pc:sldMasterChg chg="setBg modSldLayout">
        <pc:chgData name="federica sassi" userId="fb0c83e19ff0fff5" providerId="LiveId" clId="{33EE0DFF-385B-4FBB-84D4-49AC59F8DCEF}" dt="2026-10-21T08:05:56.844" v="0"/>
        <pc:sldMasterMkLst>
          <pc:docMk/>
          <pc:sldMasterMk cId="0" sldId="2147483648"/>
        </pc:sldMasterMkLst>
        <pc:sldLayoutChg chg="setBg">
          <pc:chgData name="federica sassi" userId="fb0c83e19ff0fff5" providerId="LiveId" clId="{33EE0DFF-385B-4FBB-84D4-49AC59F8DCEF}" dt="2026-10-21T08:05:56.844" v="0"/>
          <pc:sldLayoutMkLst>
            <pc:docMk/>
            <pc:sldMasterMk cId="0" sldId="2147483648"/>
            <pc:sldLayoutMk cId="0" sldId="2147483649"/>
          </pc:sldLayoutMkLst>
        </pc:sldLayoutChg>
        <pc:sldLayoutChg chg="setBg">
          <pc:chgData name="federica sassi" userId="fb0c83e19ff0fff5" providerId="LiveId" clId="{33EE0DFF-385B-4FBB-84D4-49AC59F8DCEF}" dt="2026-10-21T08:05:56.844" v="0"/>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379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right after the MCI presentation, so no need to explain how it works again. The message: today each group produces its own data; the assignment is about understanding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 is the only input students need. make_group_mat is run by us after the lab; show the call so they know where the file comes from. Point out the column names: raw_ is what they will process, env_ is what the MCI computed, and the cursor is the ground truth for what they rebuild.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plots are real: right biceps of our test subject, 3 seconds with one contraction. Raw and filtered look almost the same because the hardware already filters 10–500 Hz. The last plot shows that their envelope will have the right shape but not exactly the MCI’s size and timing: that is the point of the comparison.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is not something to discover: it comes ready in info. Highlight the conventions that cause most bugs: y grows downward, velocity is in cm/s while targets are in pixels, and downsampling must come after the envelope. The env_ row links back to the colleague’s calibration slide: since the max can be raised during the run, the MCI envelopes and theirs won’t have exactly the same size.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20"/>
            <a:ext cx="9207500" cy="1386840"/>
          </a:xfrm>
          <a:prstGeom prst="rect">
            <a:avLst/>
          </a:prstGeom>
          <a:noFill/>
          <a:ln/>
        </p:spPr>
        <p:txBody>
          <a:bodyPr wrap="square" lIns="0" tIns="0" rIns="0" bIns="0" rtlCol="0" anchor="t"/>
          <a:lstStyle>
            <a:lvl1pPr marL="0" indent="0" algn="l">
              <a:lnSpc>
                <a:spcPct val="110000"/>
              </a:lnSpc>
              <a:buNone/>
              <a:defRPr lang="en-US" sz="5200" dirty="0">
                <a:solidFill>
                  <a:srgbClr val="14213D"/>
                </a:solidFill>
                <a:latin typeface="Arial" pitchFamily="34" charset="0"/>
                <a:ea typeface="Arial" pitchFamily="34" charset="-122"/>
                <a:cs typeface="Arial" pitchFamily="34" charset="-120"/>
              </a:defRPr>
            </a:lvl1pPr>
          </a:lstStyle>
          <a:p>
            <a:pPr marL="0" indent="0" algn="l">
              <a:lnSpc>
                <a:spcPct val="110000"/>
              </a:lnSpc>
              <a:buNone/>
            </a:pPr>
            <a:endParaRPr lang="en-US" sz="5200" dirty="0"/>
          </a:p>
        </p:txBody>
      </p:sp>
      <p:sp>
        <p:nvSpPr>
          <p:cNvPr id="3" name="Text Placeholder 2"/>
          <p:cNvSpPr>
            <a:spLocks noGrp="1"/>
          </p:cNvSpPr>
          <p:nvPr>
            <p:ph type="body" idx="101"/>
          </p:nvPr>
        </p:nvSpPr>
        <p:spPr>
          <a:xfrm>
            <a:off x="812800" y="2956560"/>
            <a:ext cx="10566400" cy="308864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4920"/>
            <a:ext cx="9207500" cy="1386840"/>
          </a:xfrm>
          <a:prstGeom prst="rect">
            <a:avLst/>
          </a:prstGeom>
          <a:noFill/>
          <a:ln/>
        </p:spPr>
        <p:txBody>
          <a:bodyPr wrap="square" lIns="0" tIns="0" rIns="0" bIns="0" rtlCol="0" anchor="t"/>
          <a:lstStyle>
            <a:lvl1pPr marL="0" indent="0" algn="l">
              <a:lnSpc>
                <a:spcPct val="110000"/>
              </a:lnSpc>
              <a:buNone/>
              <a:defRPr lang="en-US" sz="5200" dirty="0">
                <a:solidFill>
                  <a:srgbClr val="14213D"/>
                </a:solidFill>
                <a:latin typeface="Arial" pitchFamily="34" charset="0"/>
                <a:ea typeface="Arial" pitchFamily="34" charset="-122"/>
                <a:cs typeface="Arial" pitchFamily="34" charset="-120"/>
              </a:defRPr>
            </a:lvl1pPr>
          </a:lstStyle>
          <a:p>
            <a:pPr marL="0" indent="0" algn="l">
              <a:lnSpc>
                <a:spcPct val="110000"/>
              </a:lnSpc>
              <a:buNone/>
            </a:pPr>
            <a:endParaRPr lang="en-US" sz="5200" dirty="0"/>
          </a:p>
        </p:txBody>
      </p:sp>
      <p:sp>
        <p:nvSpPr>
          <p:cNvPr id="3" name="Text Placeholder 2"/>
          <p:cNvSpPr>
            <a:spLocks noGrp="1"/>
          </p:cNvSpPr>
          <p:nvPr>
            <p:ph type="body" idx="101"/>
          </p:nvPr>
        </p:nvSpPr>
        <p:spPr>
          <a:xfrm>
            <a:off x="812800" y="2956560"/>
            <a:ext cx="10566400" cy="308864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alpha val="50000"/>
          </a:schemeClr>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chemeClr val="bg1">
                    <a:lumMod val="50000"/>
                  </a:schemeClr>
                </a:solidFill>
                <a:latin typeface="Arial" pitchFamily="34" charset="0"/>
                <a:ea typeface="Arial" pitchFamily="34" charset="-122"/>
                <a:cs typeface="Arial" pitchFamily="34" charset="-120"/>
              </a:rPr>
              <a:t>BIOMEDICAL ROBOTICS · ASSIGNMENT 1</a:t>
            </a:r>
            <a:endParaRPr lang="en-US" sz="1400" dirty="0">
              <a:solidFill>
                <a:schemeClr val="bg1">
                  <a:lumMod val="50000"/>
                </a:schemeClr>
              </a:solidFill>
            </a:endParaRPr>
          </a:p>
        </p:txBody>
      </p:sp>
      <p:sp>
        <p:nvSpPr>
          <p:cNvPr id="3" name="Text 1"/>
          <p:cNvSpPr>
            <a:spLocks noGrp="1"/>
          </p:cNvSpPr>
          <p:nvPr>
            <p:ph type="title"/>
          </p:nvPr>
        </p:nvSpPr>
        <p:spPr>
          <a:xfrm>
            <a:off x="812800" y="1264920"/>
            <a:ext cx="9483725"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14213D"/>
                </a:solidFill>
                <a:latin typeface="Arial" pitchFamily="34" charset="0"/>
                <a:ea typeface="Arial" pitchFamily="34" charset="-122"/>
                <a:cs typeface="Arial" pitchFamily="34" charset="-120"/>
              </a:rPr>
              <a:t>Steering a cursor with four muscles</a:t>
            </a:r>
            <a:endParaRPr lang="en-US" sz="5200" dirty="0"/>
          </a:p>
        </p:txBody>
      </p:sp>
      <p:grpSp>
        <p:nvGrpSpPr>
          <p:cNvPr id="11" name="Group 10">
            <a:extLst>
              <a:ext uri="{FF2B5EF4-FFF2-40B4-BE49-F238E27FC236}">
                <a16:creationId xmlns:a16="http://schemas.microsoft.com/office/drawing/2014/main" id="{328782F9-890E-AC4A-92C8-F46645DC2907}"/>
              </a:ext>
            </a:extLst>
          </p:cNvPr>
          <p:cNvGrpSpPr/>
          <p:nvPr/>
        </p:nvGrpSpPr>
        <p:grpSpPr>
          <a:xfrm>
            <a:off x="819151" y="3397250"/>
            <a:ext cx="5168900" cy="1932940"/>
            <a:chOff x="819150" y="4105910"/>
            <a:chExt cx="5168900" cy="1932940"/>
          </a:xfrm>
        </p:grpSpPr>
        <p:sp>
          <p:nvSpPr>
            <p:cNvPr id="5" name="Shape 3"/>
            <p:cNvSpPr/>
            <p:nvPr/>
          </p:nvSpPr>
          <p:spPr>
            <a:xfrm>
              <a:off x="819150" y="4105910"/>
              <a:ext cx="5168900" cy="1932940"/>
            </a:xfrm>
            <a:prstGeom prst="roundRect">
              <a:avLst>
                <a:gd name="adj" fmla="val 4928"/>
              </a:avLst>
            </a:prstGeom>
            <a:solidFill>
              <a:schemeClr val="bg1"/>
            </a:solidFill>
            <a:ln w="12700">
              <a:noFill/>
              <a:prstDash val="solid"/>
            </a:ln>
          </p:spPr>
          <p:txBody>
            <a:bodyPr/>
            <a:lstStyle/>
            <a:p>
              <a:endParaRPr lang="en-GB" dirty="0"/>
            </a:p>
          </p:txBody>
        </p:sp>
        <p:sp>
          <p:nvSpPr>
            <p:cNvPr id="6" name="Text 4"/>
            <p:cNvSpPr/>
            <p:nvPr/>
          </p:nvSpPr>
          <p:spPr>
            <a:xfrm>
              <a:off x="1076960" y="4363720"/>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Today, in the lab</a:t>
              </a:r>
              <a:endParaRPr lang="en-US" sz="1800" dirty="0">
                <a:solidFill>
                  <a:schemeClr val="bg1">
                    <a:lumMod val="50000"/>
                  </a:schemeClr>
                </a:solidFill>
              </a:endParaRPr>
            </a:p>
          </p:txBody>
        </p:sp>
        <p:sp>
          <p:nvSpPr>
            <p:cNvPr id="7" name="Text 5"/>
            <p:cNvSpPr/>
            <p:nvPr/>
          </p:nvSpPr>
          <p:spPr>
            <a:xfrm>
              <a:off x="1076960" y="4714240"/>
              <a:ext cx="4792878"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B3650"/>
                  </a:solidFill>
                  <a:latin typeface="Arial" pitchFamily="34" charset="0"/>
                  <a:ea typeface="Arial" pitchFamily="34" charset="-122"/>
                  <a:cs typeface="Arial" pitchFamily="34" charset="-120"/>
                </a:rPr>
                <a:t>One person per group wears the MCI and records a reaching session: about 15 min of setup and calibration, then 15 min of play. In the meanwhile, the others start to work on pre-recorded data. </a:t>
              </a:r>
              <a:endParaRPr lang="en-US" sz="1500" dirty="0"/>
            </a:p>
          </p:txBody>
        </p:sp>
      </p:grpSp>
      <p:grpSp>
        <p:nvGrpSpPr>
          <p:cNvPr id="12" name="Group 11">
            <a:extLst>
              <a:ext uri="{FF2B5EF4-FFF2-40B4-BE49-F238E27FC236}">
                <a16:creationId xmlns:a16="http://schemas.microsoft.com/office/drawing/2014/main" id="{619D0A6D-EF7A-CDAB-50D4-978CBAA4A3F4}"/>
              </a:ext>
            </a:extLst>
          </p:cNvPr>
          <p:cNvGrpSpPr/>
          <p:nvPr/>
        </p:nvGrpSpPr>
        <p:grpSpPr>
          <a:xfrm>
            <a:off x="6245861" y="3397250"/>
            <a:ext cx="5168900" cy="1932940"/>
            <a:chOff x="6203950" y="4105910"/>
            <a:chExt cx="5168900" cy="1932940"/>
          </a:xfrm>
        </p:grpSpPr>
        <p:sp>
          <p:nvSpPr>
            <p:cNvPr id="8" name="Shape 6"/>
            <p:cNvSpPr/>
            <p:nvPr/>
          </p:nvSpPr>
          <p:spPr>
            <a:xfrm>
              <a:off x="6203950" y="4105910"/>
              <a:ext cx="5168900" cy="1932940"/>
            </a:xfrm>
            <a:prstGeom prst="roundRect">
              <a:avLst>
                <a:gd name="adj" fmla="val 4928"/>
              </a:avLst>
            </a:prstGeom>
            <a:solidFill>
              <a:schemeClr val="bg1"/>
            </a:solidFill>
            <a:ln w="12700">
              <a:solidFill>
                <a:srgbClr val="DDD7CA"/>
              </a:solidFill>
              <a:prstDash val="solid"/>
            </a:ln>
          </p:spPr>
          <p:txBody>
            <a:bodyPr/>
            <a:lstStyle/>
            <a:p>
              <a:endParaRPr lang="en-GB"/>
            </a:p>
          </p:txBody>
        </p:sp>
        <p:sp>
          <p:nvSpPr>
            <p:cNvPr id="9" name="Text 7"/>
            <p:cNvSpPr/>
            <p:nvPr/>
          </p:nvSpPr>
          <p:spPr>
            <a:xfrm>
              <a:off x="6461760" y="4363720"/>
              <a:ext cx="47928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Then, </a:t>
              </a:r>
              <a:r>
                <a:rPr lang="en-US" b="1" dirty="0">
                  <a:solidFill>
                    <a:schemeClr val="bg1">
                      <a:lumMod val="50000"/>
                    </a:schemeClr>
                  </a:solidFill>
                  <a:latin typeface="Arial" pitchFamily="34" charset="0"/>
                  <a:ea typeface="Arial" pitchFamily="34" charset="-122"/>
                  <a:cs typeface="Arial" pitchFamily="34" charset="-120"/>
                </a:rPr>
                <a:t>by yourself</a:t>
              </a:r>
              <a:endParaRPr lang="en-US" sz="1800" dirty="0">
                <a:solidFill>
                  <a:schemeClr val="bg1">
                    <a:lumMod val="50000"/>
                  </a:schemeClr>
                </a:solidFill>
              </a:endParaRPr>
            </a:p>
          </p:txBody>
        </p:sp>
        <p:sp>
          <p:nvSpPr>
            <p:cNvPr id="10" name="Text 8"/>
            <p:cNvSpPr/>
            <p:nvPr/>
          </p:nvSpPr>
          <p:spPr>
            <a:xfrm>
              <a:off x="6461760" y="4714240"/>
              <a:ext cx="4792878" cy="1092200"/>
            </a:xfrm>
            <a:prstGeom prst="rect">
              <a:avLst/>
            </a:prstGeom>
            <a:noFill/>
            <a:ln/>
          </p:spPr>
          <p:txBody>
            <a:bodyPr wrap="square" lIns="0" tIns="0" rIns="0" bIns="0" rtlCol="0" anchor="t">
              <a:noAutofit/>
            </a:bodyPr>
            <a:lstStyle/>
            <a:p>
              <a:pPr marL="0" indent="0" algn="l">
                <a:lnSpc>
                  <a:spcPts val="2100"/>
                </a:lnSpc>
                <a:buNone/>
              </a:pPr>
              <a:r>
                <a:rPr lang="en-US" sz="1500" dirty="0">
                  <a:solidFill>
                    <a:srgbClr val="2B3650"/>
                  </a:solidFill>
                  <a:latin typeface="Arial" pitchFamily="34" charset="0"/>
                  <a:ea typeface="Arial" pitchFamily="34" charset="-122"/>
                  <a:cs typeface="Arial" pitchFamily="34" charset="-120"/>
                </a:rPr>
                <a:t>You get your recording and a code skeleton the goal is to rebuild the cursor from the raw EMG and compare them. </a:t>
              </a:r>
            </a:p>
            <a:p>
              <a:pPr marL="0" indent="0" algn="l">
                <a:lnSpc>
                  <a:spcPts val="2100"/>
                </a:lnSpc>
                <a:buNone/>
              </a:pPr>
              <a:r>
                <a:rPr lang="en-US" sz="1500" b="1" dirty="0">
                  <a:solidFill>
                    <a:schemeClr val="bg1">
                      <a:lumMod val="50000"/>
                    </a:schemeClr>
                  </a:solidFill>
                  <a:latin typeface="Arial" pitchFamily="34" charset="0"/>
                  <a:ea typeface="Arial" pitchFamily="34" charset="-122"/>
                  <a:cs typeface="Arial" pitchFamily="34" charset="-120"/>
                </a:rPr>
                <a:t>Deadline:</a:t>
              </a:r>
              <a:r>
                <a:rPr lang="en-US" sz="1500" dirty="0">
                  <a:solidFill>
                    <a:srgbClr val="2B3650"/>
                  </a:solidFill>
                  <a:latin typeface="Arial" pitchFamily="34" charset="0"/>
                  <a:ea typeface="Arial" pitchFamily="34" charset="-122"/>
                  <a:cs typeface="Arial" pitchFamily="34" charset="-120"/>
                </a:rPr>
                <a:t> </a:t>
              </a:r>
              <a:r>
                <a:rPr lang="en-US" sz="1500" b="1" dirty="0">
                  <a:solidFill>
                    <a:srgbClr val="2B3650"/>
                  </a:solidFill>
                  <a:latin typeface="Arial" pitchFamily="34" charset="0"/>
                  <a:ea typeface="Arial" pitchFamily="34" charset="-122"/>
                  <a:cs typeface="Arial" pitchFamily="34" charset="-120"/>
                </a:rPr>
                <a:t>03/11/2026.</a:t>
              </a:r>
              <a:endParaRPr lang="en-US" sz="1500" b="1" dirty="0"/>
            </a:p>
          </p:txBody>
        </p:sp>
      </p:grpSp>
    </p:spTree>
    <p:extLst>
      <p:ext uri="{BB962C8B-B14F-4D97-AF65-F5344CB8AC3E}">
        <p14:creationId xmlns:p14="http://schemas.microsoft.com/office/powerpoint/2010/main" val="1967988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alpha val="50000"/>
          </a:schemeClr>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rPr>
              <a:t>From your session to one .mat file</a:t>
            </a:r>
            <a:endParaRPr lang="en-US" sz="3200" dirty="0"/>
          </a:p>
        </p:txBody>
      </p:sp>
      <p:sp>
        <p:nvSpPr>
          <p:cNvPr id="3" name="Text 1"/>
          <p:cNvSpPr/>
          <p:nvPr/>
        </p:nvSpPr>
        <p:spPr>
          <a:xfrm>
            <a:off x="812800" y="2171372"/>
            <a:ext cx="457835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make_group_mat</a:t>
            </a:r>
            <a:endParaRPr lang="en-US" sz="1800" dirty="0">
              <a:solidFill>
                <a:schemeClr val="bg1">
                  <a:lumMod val="50000"/>
                </a:schemeClr>
              </a:solidFill>
            </a:endParaRPr>
          </a:p>
        </p:txBody>
      </p:sp>
      <p:sp>
        <p:nvSpPr>
          <p:cNvPr id="4" name="Text 2"/>
          <p:cNvSpPr/>
          <p:nvPr/>
        </p:nvSpPr>
        <p:spPr>
          <a:xfrm>
            <a:off x="812800" y="2572692"/>
            <a:ext cx="457835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650"/>
                </a:solidFill>
                <a:latin typeface="Arial" pitchFamily="34" charset="0"/>
                <a:ea typeface="Arial" pitchFamily="34" charset="-122"/>
                <a:cs typeface="Arial" pitchFamily="34" charset="-120"/>
              </a:rPr>
              <a:t>Takes the session folder saved by the MCI software (Acquisizioni + Calibrazione) and packs everything you need into one file.</a:t>
            </a:r>
            <a:endParaRPr lang="en-US" sz="1300" dirty="0"/>
          </a:p>
        </p:txBody>
      </p:sp>
      <p:sp>
        <p:nvSpPr>
          <p:cNvPr id="5" name="Shape 3"/>
          <p:cNvSpPr/>
          <p:nvPr/>
        </p:nvSpPr>
        <p:spPr>
          <a:xfrm>
            <a:off x="819150" y="3399462"/>
            <a:ext cx="4432300" cy="1023620"/>
          </a:xfrm>
          <a:prstGeom prst="roundRect">
            <a:avLst>
              <a:gd name="adj" fmla="val 8065"/>
            </a:avLst>
          </a:prstGeom>
          <a:solidFill>
            <a:srgbClr val="FDFCF9">
              <a:alpha val="50000"/>
            </a:srgbClr>
          </a:solidFill>
          <a:ln w="12700">
            <a:solidFill>
              <a:srgbClr val="DDD7CA"/>
            </a:solidFill>
            <a:prstDash val="solid"/>
          </a:ln>
        </p:spPr>
        <p:txBody>
          <a:bodyPr/>
          <a:lstStyle/>
          <a:p>
            <a:endParaRPr lang="en-GB"/>
          </a:p>
        </p:txBody>
      </p:sp>
      <p:sp>
        <p:nvSpPr>
          <p:cNvPr id="6" name="Text 4"/>
          <p:cNvSpPr/>
          <p:nvPr/>
        </p:nvSpPr>
        <p:spPr>
          <a:xfrm>
            <a:off x="1000760" y="3555672"/>
            <a:ext cx="4191152"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4213D"/>
                </a:solidFill>
                <a:latin typeface="Courier New" pitchFamily="49" charset="0"/>
                <a:ea typeface="Courier New" pitchFamily="49" charset="-122"/>
                <a:cs typeface="Courier New" pitchFamily="49" charset="-120"/>
              </a:rPr>
              <a:t>make_group_mat(sessionFolder, ...</a:t>
            </a:r>
            <a:endParaRPr lang="en-US" sz="1200" dirty="0"/>
          </a:p>
          <a:p>
            <a:pPr marL="0" indent="0" algn="l">
              <a:lnSpc>
                <a:spcPts val="1800"/>
              </a:lnSpc>
              <a:buNone/>
            </a:pPr>
            <a:r>
              <a:rPr lang="en-US" sz="1200" dirty="0">
                <a:solidFill>
                  <a:srgbClr val="14213D"/>
                </a:solidFill>
                <a:latin typeface="Courier New" pitchFamily="49" charset="0"/>
                <a:ea typeface="Courier New" pitchFamily="49" charset="-122"/>
                <a:cs typeface="Courier New" pitchFamily="49" charset="-120"/>
              </a:rPr>
              <a:t>'Cometa', 'Group_A.mat')</a:t>
            </a:r>
            <a:endParaRPr lang="en-US" sz="1200" dirty="0"/>
          </a:p>
        </p:txBody>
      </p:sp>
      <p:sp>
        <p:nvSpPr>
          <p:cNvPr id="7" name="Text 5"/>
          <p:cNvSpPr/>
          <p:nvPr/>
        </p:nvSpPr>
        <p:spPr>
          <a:xfrm>
            <a:off x="1000760" y="4038272"/>
            <a:ext cx="4191152"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chemeClr val="bg1">
                    <a:lumMod val="50000"/>
                  </a:schemeClr>
                </a:solidFill>
                <a:latin typeface="Courier New" pitchFamily="49" charset="0"/>
                <a:ea typeface="Courier New" pitchFamily="49" charset="-122"/>
                <a:cs typeface="Courier New" pitchFamily="49" charset="-120"/>
              </a:rPr>
              <a:t>load('Group_A.mat')</a:t>
            </a:r>
            <a:endParaRPr lang="en-US" sz="1200" dirty="0">
              <a:solidFill>
                <a:schemeClr val="bg1">
                  <a:lumMod val="50000"/>
                </a:schemeClr>
              </a:solidFill>
            </a:endParaRPr>
          </a:p>
        </p:txBody>
      </p:sp>
      <p:sp>
        <p:nvSpPr>
          <p:cNvPr id="9" name="Text 7"/>
          <p:cNvSpPr/>
          <p:nvPr/>
        </p:nvSpPr>
        <p:spPr>
          <a:xfrm>
            <a:off x="5613400" y="2171372"/>
            <a:ext cx="593877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What you find in the workspace</a:t>
            </a:r>
            <a:endParaRPr lang="en-US" sz="1800" dirty="0">
              <a:solidFill>
                <a:schemeClr val="bg1">
                  <a:lumMod val="50000"/>
                </a:schemeClr>
              </a:solidFill>
            </a:endParaRPr>
          </a:p>
        </p:txBody>
      </p:sp>
      <p:graphicFrame>
        <p:nvGraphicFramePr>
          <p:cNvPr id="10" name="Table 0"/>
          <p:cNvGraphicFramePr>
            <a:graphicFrameLocks noGrp="1"/>
          </p:cNvGraphicFramePr>
          <p:nvPr/>
        </p:nvGraphicFramePr>
        <p:xfrm>
          <a:off x="5623560" y="2582852"/>
          <a:ext cx="5755640" cy="2717800"/>
        </p:xfrm>
        <a:graphic>
          <a:graphicData uri="http://schemas.openxmlformats.org/drawingml/2006/table">
            <a:tbl>
              <a:tblPr/>
              <a:tblGrid>
                <a:gridCol w="1726692">
                  <a:extLst>
                    <a:ext uri="{9D8B030D-6E8A-4147-A177-3AD203B41FA5}">
                      <a16:colId xmlns:a16="http://schemas.microsoft.com/office/drawing/2014/main" val="20000"/>
                    </a:ext>
                  </a:extLst>
                </a:gridCol>
                <a:gridCol w="402894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4213D"/>
                          </a:solidFill>
                          <a:latin typeface="Arial" pitchFamily="34" charset="0"/>
                          <a:ea typeface="Arial" pitchFamily="34" charset="-122"/>
                          <a:cs typeface="Arial" pitchFamily="34" charset="-120"/>
                        </a:rPr>
                        <a:t>Variable</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nSpc>
                          <a:spcPts val="1680"/>
                        </a:lnSpc>
                        <a:buNone/>
                      </a:pPr>
                      <a:r>
                        <a:rPr lang="en-US" sz="1200" b="1" dirty="0">
                          <a:solidFill>
                            <a:srgbClr val="14213D"/>
                          </a:solidFill>
                          <a:latin typeface="Arial" pitchFamily="34" charset="0"/>
                          <a:ea typeface="Arial" pitchFamily="34" charset="-122"/>
                          <a:cs typeface="Arial" pitchFamily="34" charset="-120"/>
                        </a:rPr>
                        <a:t>Contents</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extLst>
                  <a:ext uri="{0D108BD9-81ED-4DB2-BD59-A6C34878D82A}">
                    <a16:rowId xmlns:a16="http://schemas.microsoft.com/office/drawing/2014/main" val="10000"/>
                  </a:ext>
                </a:extLst>
              </a:tr>
              <a:tr h="75692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centerout</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table, one row per sample: t, </a:t>
                      </a:r>
                      <a:r>
                        <a:rPr lang="en-US" sz="1200" dirty="0" err="1">
                          <a:solidFill>
                            <a:srgbClr val="14213D"/>
                          </a:solidFill>
                          <a:latin typeface="Arial" pitchFamily="34" charset="0"/>
                          <a:ea typeface="Arial" pitchFamily="34" charset="-122"/>
                          <a:cs typeface="Arial" pitchFamily="34" charset="-120"/>
                        </a:rPr>
                        <a:t>raw_R_biceps</a:t>
                      </a:r>
                      <a:r>
                        <a:rPr lang="en-US" sz="1200" dirty="0">
                          <a:solidFill>
                            <a:srgbClr val="14213D"/>
                          </a:solidFill>
                          <a:latin typeface="Arial" pitchFamily="34" charset="0"/>
                          <a:ea typeface="Arial" pitchFamily="34" charset="-122"/>
                          <a:cs typeface="Arial" pitchFamily="34" charset="-120"/>
                        </a:rPr>
                        <a:t> … </a:t>
                      </a:r>
                      <a:r>
                        <a:rPr lang="en-US" sz="1200" dirty="0" err="1">
                          <a:solidFill>
                            <a:srgbClr val="14213D"/>
                          </a:solidFill>
                          <a:latin typeface="Arial" pitchFamily="34" charset="0"/>
                          <a:ea typeface="Arial" pitchFamily="34" charset="-122"/>
                          <a:cs typeface="Arial" pitchFamily="34" charset="-120"/>
                        </a:rPr>
                        <a:t>raw_R_trapezius</a:t>
                      </a:r>
                      <a:r>
                        <a:rPr lang="en-US" sz="1200" dirty="0">
                          <a:solidFill>
                            <a:srgbClr val="14213D"/>
                          </a:solidFill>
                          <a:latin typeface="Arial" pitchFamily="34" charset="0"/>
                          <a:ea typeface="Arial" pitchFamily="34" charset="-122"/>
                          <a:cs typeface="Arial" pitchFamily="34" charset="-120"/>
                        </a:rPr>
                        <a:t>, env_R_biceps … env_R_trapezius, cursor_x_px, cursor_y_px, cursor_x_cm, cursor_y_cm</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centerout_targets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table, one row per target: target_x_px, target_y_px, spawn_time, hit_time, reach_time, overshoots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random, random_targets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the same, for the random task</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fs, muscles, screen size, cm_per_px, calib_max, gain_cm_s, W, map_x, map_y</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5613400" y="5427652"/>
            <a:ext cx="593877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env_ columns = the activation the MCI computed live (0–1)</a:t>
            </a:r>
            <a:endParaRPr lang="en-US" sz="1200" dirty="0"/>
          </a:p>
        </p:txBody>
      </p:sp>
    </p:spTree>
    <p:extLst>
      <p:ext uri="{BB962C8B-B14F-4D97-AF65-F5344CB8AC3E}">
        <p14:creationId xmlns:p14="http://schemas.microsoft.com/office/powerpoint/2010/main" val="3781840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alpha val="50000"/>
          </a:srgbClr>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The assignment in three parts</a:t>
            </a:r>
            <a:endParaRPr lang="en-US" sz="3200" dirty="0"/>
          </a:p>
        </p:txBody>
      </p:sp>
      <p:sp>
        <p:nvSpPr>
          <p:cNvPr id="4" name="Text 2"/>
          <p:cNvSpPr/>
          <p:nvPr/>
        </p:nvSpPr>
        <p:spPr>
          <a:xfrm>
            <a:off x="1000760" y="1645920"/>
            <a:ext cx="10496195" cy="284480"/>
          </a:xfrm>
          <a:prstGeom prst="rect">
            <a:avLst/>
          </a:prstGeom>
          <a:noFill/>
          <a:ln/>
        </p:spPr>
        <p:txBody>
          <a:bodyPr wrap="square" lIns="0" tIns="0" rIns="0" bIns="0" rtlCol="0" anchor="t">
            <a:normAutofit/>
          </a:bodyPr>
          <a:lstStyle/>
          <a:p>
            <a:pPr>
              <a:lnSpc>
                <a:spcPts val="2040"/>
              </a:lnSpc>
            </a:pPr>
            <a:r>
              <a:rPr lang="en-US" sz="1700" b="1" dirty="0">
                <a:latin typeface="Arial" pitchFamily="34" charset="0"/>
                <a:ea typeface="Arial" pitchFamily="34" charset="-122"/>
                <a:cs typeface="Arial" pitchFamily="34" charset="-120"/>
              </a:rPr>
              <a:t>Part 1 · The pipeline to obtain envelopes</a:t>
            </a:r>
            <a:endParaRPr lang="en-US" sz="1700" dirty="0"/>
          </a:p>
        </p:txBody>
      </p:sp>
      <p:sp>
        <p:nvSpPr>
          <p:cNvPr id="5" name="Text 3"/>
          <p:cNvSpPr/>
          <p:nvPr/>
        </p:nvSpPr>
        <p:spPr>
          <a:xfrm>
            <a:off x="1000760" y="1981200"/>
            <a:ext cx="2545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Raw EMG</a:t>
            </a:r>
            <a:endParaRPr lang="en-US" sz="1200" dirty="0"/>
          </a:p>
        </p:txBody>
      </p:sp>
      <p:pic>
        <p:nvPicPr>
          <p:cNvPr id="6" name="Image 0" descr="Raw EMG of the right biceps, 3 seconds with one contraction"/>
          <p:cNvPicPr>
            <a:picLocks noChangeAspect="1"/>
          </p:cNvPicPr>
          <p:nvPr/>
        </p:nvPicPr>
        <p:blipFill>
          <a:blip r:embed="rId3"/>
          <a:srcRect l="-74" r="-74"/>
          <a:stretch/>
        </p:blipFill>
        <p:spPr>
          <a:xfrm>
            <a:off x="1000760" y="2232661"/>
            <a:ext cx="2476500" cy="1428750"/>
          </a:xfrm>
          <a:prstGeom prst="roundRect">
            <a:avLst>
              <a:gd name="adj" fmla="val 3556"/>
            </a:avLst>
          </a:prstGeom>
        </p:spPr>
      </p:pic>
      <p:sp>
        <p:nvSpPr>
          <p:cNvPr id="7" name="Text 4"/>
          <p:cNvSpPr/>
          <p:nvPr/>
        </p:nvSpPr>
        <p:spPr>
          <a:xfrm>
            <a:off x="3573780" y="1981200"/>
            <a:ext cx="2545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Band-pass 30–450 Hz</a:t>
            </a:r>
            <a:endParaRPr lang="en-US" sz="1200" dirty="0"/>
          </a:p>
        </p:txBody>
      </p:sp>
      <p:pic>
        <p:nvPicPr>
          <p:cNvPr id="8" name="Image 1" descr="The same signal after the band-pass filter, in blue over the raw one"/>
          <p:cNvPicPr>
            <a:picLocks noChangeAspect="1"/>
          </p:cNvPicPr>
          <p:nvPr/>
        </p:nvPicPr>
        <p:blipFill>
          <a:blip r:embed="rId4"/>
          <a:srcRect l="-74" r="-74"/>
          <a:stretch/>
        </p:blipFill>
        <p:spPr>
          <a:xfrm>
            <a:off x="3573780" y="2232661"/>
            <a:ext cx="2476500" cy="1428750"/>
          </a:xfrm>
          <a:prstGeom prst="roundRect">
            <a:avLst>
              <a:gd name="adj" fmla="val 3556"/>
            </a:avLst>
          </a:prstGeom>
        </p:spPr>
      </p:pic>
      <p:sp>
        <p:nvSpPr>
          <p:cNvPr id="9" name="Text 5"/>
          <p:cNvSpPr/>
          <p:nvPr/>
        </p:nvSpPr>
        <p:spPr>
          <a:xfrm>
            <a:off x="6146800" y="1981200"/>
            <a:ext cx="2545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Rectify + low-pass 5 Hz</a:t>
            </a:r>
            <a:endParaRPr lang="en-US" sz="1200" dirty="0"/>
          </a:p>
        </p:txBody>
      </p:sp>
      <p:pic>
        <p:nvPicPr>
          <p:cNvPr id="10" name="Image 2" descr="Rectified signal with its smooth envelope in orange"/>
          <p:cNvPicPr>
            <a:picLocks noChangeAspect="1"/>
          </p:cNvPicPr>
          <p:nvPr/>
        </p:nvPicPr>
        <p:blipFill>
          <a:blip r:embed="rId5"/>
          <a:srcRect l="-74" r="-74"/>
          <a:stretch/>
        </p:blipFill>
        <p:spPr>
          <a:xfrm>
            <a:off x="6146800" y="2232661"/>
            <a:ext cx="2476500" cy="1428750"/>
          </a:xfrm>
          <a:prstGeom prst="roundRect">
            <a:avLst>
              <a:gd name="adj" fmla="val 3556"/>
            </a:avLst>
          </a:prstGeom>
        </p:spPr>
      </p:pic>
      <p:sp>
        <p:nvSpPr>
          <p:cNvPr id="11" name="Text 6"/>
          <p:cNvSpPr/>
          <p:nvPr/>
        </p:nvSpPr>
        <p:spPr>
          <a:xfrm>
            <a:off x="8719820" y="1981200"/>
            <a:ext cx="254556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Yours (orange) vs MCI (black)</a:t>
            </a:r>
            <a:endParaRPr lang="en-US" sz="1200" dirty="0"/>
          </a:p>
        </p:txBody>
      </p:sp>
      <p:pic>
        <p:nvPicPr>
          <p:cNvPr id="12" name="Image 3" descr="Normalized envelope compared with the envelope computed live by the BoMI"/>
          <p:cNvPicPr>
            <a:picLocks noChangeAspect="1"/>
          </p:cNvPicPr>
          <p:nvPr/>
        </p:nvPicPr>
        <p:blipFill>
          <a:blip r:embed="rId6"/>
          <a:srcRect l="-74" r="-74"/>
          <a:stretch/>
        </p:blipFill>
        <p:spPr>
          <a:xfrm>
            <a:off x="8719820" y="2232661"/>
            <a:ext cx="2476500" cy="1428750"/>
          </a:xfrm>
          <a:prstGeom prst="roundRect">
            <a:avLst>
              <a:gd name="adj" fmla="val 3556"/>
            </a:avLst>
          </a:prstGeom>
        </p:spPr>
      </p:pic>
      <p:sp>
        <p:nvSpPr>
          <p:cNvPr id="14" name="Text 8"/>
          <p:cNvSpPr/>
          <p:nvPr/>
        </p:nvSpPr>
        <p:spPr>
          <a:xfrm>
            <a:off x="6310632" y="4050633"/>
            <a:ext cx="4962931" cy="284480"/>
          </a:xfrm>
          <a:prstGeom prst="rect">
            <a:avLst/>
          </a:prstGeom>
          <a:noFill/>
          <a:ln/>
        </p:spPr>
        <p:txBody>
          <a:bodyPr wrap="square" lIns="0" tIns="0" rIns="0" bIns="0" rtlCol="0" anchor="t">
            <a:normAutofit/>
          </a:bodyPr>
          <a:lstStyle/>
          <a:p>
            <a:pPr marL="0" indent="0" algn="l">
              <a:lnSpc>
                <a:spcPts val="2040"/>
              </a:lnSpc>
              <a:buNone/>
            </a:pPr>
            <a:r>
              <a:rPr lang="en-US" sz="1700" b="1" dirty="0">
                <a:latin typeface="Arial" pitchFamily="34" charset="0"/>
                <a:ea typeface="Arial" pitchFamily="34" charset="-122"/>
                <a:cs typeface="Arial" pitchFamily="34" charset="-120"/>
              </a:rPr>
              <a:t>Part 3 · Cursor</a:t>
            </a:r>
            <a:endParaRPr lang="en-US" sz="1700" dirty="0"/>
          </a:p>
        </p:txBody>
      </p:sp>
      <p:sp>
        <p:nvSpPr>
          <p:cNvPr id="15" name="Text 9"/>
          <p:cNvSpPr/>
          <p:nvPr/>
        </p:nvSpPr>
        <p:spPr>
          <a:xfrm>
            <a:off x="6310632" y="4373214"/>
            <a:ext cx="496293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650"/>
                </a:solidFill>
                <a:latin typeface="Arial" pitchFamily="34" charset="0"/>
                <a:ea typeface="Arial" pitchFamily="34" charset="-122"/>
                <a:cs typeface="Arial" pitchFamily="34" charset="-120"/>
              </a:rPr>
              <a:t>After applying the MCI map to get the cursor velocity, integrate it into a position, animate it with the targets.</a:t>
            </a:r>
            <a:endParaRPr lang="en-US" sz="1300" dirty="0"/>
          </a:p>
        </p:txBody>
      </p:sp>
      <p:sp>
        <p:nvSpPr>
          <p:cNvPr id="16" name="Text 10"/>
          <p:cNvSpPr/>
          <p:nvPr/>
        </p:nvSpPr>
        <p:spPr>
          <a:xfrm>
            <a:off x="6310632" y="4898994"/>
            <a:ext cx="4818380" cy="340360"/>
          </a:xfrm>
          <a:prstGeom prst="roundRect">
            <a:avLst>
              <a:gd name="adj" fmla="val 18657"/>
            </a:avLst>
          </a:prstGeom>
          <a:solidFill>
            <a:schemeClr val="bg1">
              <a:lumMod val="90000"/>
            </a:schemeClr>
          </a:solidFill>
          <a:ln/>
        </p:spPr>
        <p:txBody>
          <a:bodyPr wrap="square" lIns="83001" tIns="44901" rIns="0" bIns="19501" rtlCol="0" anchor="t">
            <a:normAutofit/>
          </a:bodyPr>
          <a:lstStyle/>
          <a:p>
            <a:pPr marL="0" indent="0" algn="l">
              <a:lnSpc>
                <a:spcPts val="1680"/>
              </a:lnSpc>
              <a:buNone/>
            </a:pPr>
            <a:r>
              <a:rPr lang="en-US" sz="1200" dirty="0">
                <a:latin typeface="Arial" pitchFamily="34" charset="0"/>
                <a:ea typeface="Arial" pitchFamily="34" charset="-122"/>
                <a:cs typeface="Arial" pitchFamily="34" charset="-120"/>
              </a:rPr>
              <a:t>Compare it with the cursor that was logged</a:t>
            </a:r>
            <a:endParaRPr lang="en-US" sz="1200" dirty="0"/>
          </a:p>
        </p:txBody>
      </p:sp>
      <p:sp>
        <p:nvSpPr>
          <p:cNvPr id="21" name="Text 15"/>
          <p:cNvSpPr/>
          <p:nvPr/>
        </p:nvSpPr>
        <p:spPr>
          <a:xfrm>
            <a:off x="3421714" y="5769611"/>
            <a:ext cx="5450172" cy="238760"/>
          </a:xfrm>
          <a:prstGeom prst="rect">
            <a:avLst/>
          </a:prstGeom>
          <a:noFill/>
          <a:ln/>
        </p:spPr>
        <p:txBody>
          <a:bodyPr wrap="square" lIns="0" tIns="0" rIns="0" bIns="0" rtlCol="0" anchor="t">
            <a:normAutofit/>
          </a:bodyPr>
          <a:lstStyle/>
          <a:p>
            <a:pPr marL="0" indent="0" algn="l">
              <a:lnSpc>
                <a:spcPts val="1820"/>
              </a:lnSpc>
              <a:buNone/>
            </a:pPr>
            <a:r>
              <a:rPr lang="en-US" sz="1300" b="1" dirty="0">
                <a:solidFill>
                  <a:schemeClr val="bg1">
                    <a:lumMod val="50000"/>
                  </a:schemeClr>
                </a:solidFill>
                <a:latin typeface="Arial" pitchFamily="34" charset="0"/>
                <a:ea typeface="Arial" pitchFamily="34" charset="-122"/>
                <a:cs typeface="Arial" pitchFamily="34" charset="-120"/>
              </a:rPr>
              <a:t>Bonus:</a:t>
            </a:r>
            <a:r>
              <a:rPr lang="en-US" sz="1300" dirty="0">
                <a:solidFill>
                  <a:srgbClr val="4A5568"/>
                </a:solidFill>
                <a:latin typeface="Arial" pitchFamily="34" charset="0"/>
                <a:ea typeface="Arial" pitchFamily="34" charset="-122"/>
                <a:cs typeface="Arial" pitchFamily="34" charset="-120"/>
              </a:rPr>
              <a:t> use your cursor to drive a simulated 2-link robot arm (Jacobian) .</a:t>
            </a:r>
            <a:endParaRPr lang="en-US" sz="1300" dirty="0"/>
          </a:p>
        </p:txBody>
      </p:sp>
      <p:sp>
        <p:nvSpPr>
          <p:cNvPr id="23" name="Text 12">
            <a:extLst>
              <a:ext uri="{FF2B5EF4-FFF2-40B4-BE49-F238E27FC236}">
                <a16:creationId xmlns:a16="http://schemas.microsoft.com/office/drawing/2014/main" id="{A8A038E2-CB7C-FE57-5DF0-D1F3185B2CFC}"/>
              </a:ext>
            </a:extLst>
          </p:cNvPr>
          <p:cNvSpPr/>
          <p:nvPr/>
        </p:nvSpPr>
        <p:spPr>
          <a:xfrm>
            <a:off x="1062990" y="4044950"/>
            <a:ext cx="4962931" cy="284480"/>
          </a:xfrm>
          <a:prstGeom prst="rect">
            <a:avLst/>
          </a:prstGeom>
          <a:noFill/>
          <a:ln/>
        </p:spPr>
        <p:txBody>
          <a:bodyPr wrap="square" lIns="0" tIns="0" rIns="0" bIns="0" rtlCol="0" anchor="t">
            <a:normAutofit/>
          </a:bodyPr>
          <a:lstStyle/>
          <a:p>
            <a:pPr marL="0" indent="0" algn="l">
              <a:lnSpc>
                <a:spcPts val="2040"/>
              </a:lnSpc>
              <a:buNone/>
            </a:pPr>
            <a:r>
              <a:rPr lang="en-US" sz="1700" b="1" dirty="0">
                <a:latin typeface="Arial" pitchFamily="34" charset="0"/>
                <a:ea typeface="Arial" pitchFamily="34" charset="-122"/>
                <a:cs typeface="Arial" pitchFamily="34" charset="-120"/>
              </a:rPr>
              <a:t>Part 2 · Fit the map</a:t>
            </a:r>
            <a:endParaRPr lang="en-US" sz="1700" dirty="0"/>
          </a:p>
        </p:txBody>
      </p:sp>
      <p:sp>
        <p:nvSpPr>
          <p:cNvPr id="25" name="Text 13">
            <a:extLst>
              <a:ext uri="{FF2B5EF4-FFF2-40B4-BE49-F238E27FC236}">
                <a16:creationId xmlns:a16="http://schemas.microsoft.com/office/drawing/2014/main" id="{0A9E00E0-C75B-73BC-19ED-5FEFC5B2BF8D}"/>
              </a:ext>
            </a:extLst>
          </p:cNvPr>
          <p:cNvSpPr/>
          <p:nvPr/>
        </p:nvSpPr>
        <p:spPr>
          <a:xfrm>
            <a:off x="1062990" y="4367531"/>
            <a:ext cx="4962931" cy="487680"/>
          </a:xfrm>
          <a:prstGeom prst="rect">
            <a:avLst/>
          </a:prstGeom>
          <a:noFill/>
          <a:ln/>
        </p:spPr>
        <p:txBody>
          <a:bodyPr wrap="square" lIns="0" tIns="0" rIns="0" bIns="0" rtlCol="0" anchor="t">
            <a:normAutofit/>
          </a:bodyPr>
          <a:lstStyle/>
          <a:p>
            <a:pPr marL="0" indent="0" algn="l">
              <a:lnSpc>
                <a:spcPts val="1820"/>
              </a:lnSpc>
              <a:buNone/>
            </a:pPr>
            <a:r>
              <a:rPr lang="en-US" sz="1300" dirty="0"/>
              <a:t>Use the gains and the envelope to create the map that goes from muscle intensity to cursor velocity. </a:t>
            </a:r>
          </a:p>
        </p:txBody>
      </p:sp>
    </p:spTree>
    <p:extLst>
      <p:ext uri="{BB962C8B-B14F-4D97-AF65-F5344CB8AC3E}">
        <p14:creationId xmlns:p14="http://schemas.microsoft.com/office/powerpoint/2010/main" val="385073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alpha val="50000"/>
          </a:srgbClr>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Arial" pitchFamily="34" charset="0"/>
                <a:ea typeface="Arial" pitchFamily="34" charset="-122"/>
                <a:cs typeface="Arial" pitchFamily="34" charset="-120"/>
              </a:rPr>
              <a:t>The map, the gains and the numbers you need</a:t>
            </a:r>
            <a:endParaRPr lang="en-US" sz="3200" dirty="0"/>
          </a:p>
        </p:txBody>
      </p:sp>
      <p:sp>
        <p:nvSpPr>
          <p:cNvPr id="3" name="Text 1"/>
          <p:cNvSpPr/>
          <p:nvPr/>
        </p:nvSpPr>
        <p:spPr>
          <a:xfrm>
            <a:off x="812800" y="1726673"/>
            <a:ext cx="457835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The map is given</a:t>
            </a:r>
            <a:endParaRPr lang="en-US" sz="1800" dirty="0">
              <a:solidFill>
                <a:schemeClr val="bg1">
                  <a:lumMod val="50000"/>
                </a:schemeClr>
              </a:solidFill>
            </a:endParaRPr>
          </a:p>
        </p:txBody>
      </p:sp>
      <p:sp>
        <p:nvSpPr>
          <p:cNvPr id="4" name="Text 2"/>
          <p:cNvSpPr/>
          <p:nvPr/>
        </p:nvSpPr>
        <p:spPr>
          <a:xfrm>
            <a:off x="819150" y="2181276"/>
            <a:ext cx="4432300" cy="572770"/>
          </a:xfrm>
          <a:prstGeom prst="roundRect">
            <a:avLst>
              <a:gd name="adj" fmla="val 14412"/>
            </a:avLst>
          </a:prstGeom>
          <a:solidFill>
            <a:srgbClr val="FDFCF9"/>
          </a:solidFill>
          <a:ln w="19050">
            <a:solidFill>
              <a:schemeClr val="bg1">
                <a:lumMod val="50000"/>
              </a:schemeClr>
            </a:solidFill>
            <a:prstDash val="solid"/>
          </a:ln>
        </p:spPr>
        <p:txBody>
          <a:bodyPr wrap="square" lIns="157432" tIns="119332" rIns="35360" bIns="93932" rtlCol="0" anchor="t">
            <a:normAutofit/>
          </a:bodyPr>
          <a:lstStyle/>
          <a:p>
            <a:pPr marL="0" indent="0" algn="l">
              <a:lnSpc>
                <a:spcPts val="2250"/>
              </a:lnSpc>
              <a:buNone/>
            </a:pPr>
            <a:r>
              <a:rPr lang="en-US" sz="1500" b="1" dirty="0">
                <a:solidFill>
                  <a:srgbClr val="14213D"/>
                </a:solidFill>
                <a:latin typeface="Courier New" pitchFamily="49" charset="0"/>
                <a:ea typeface="Courier New" pitchFamily="49" charset="-122"/>
                <a:cs typeface="Courier New" pitchFamily="49" charset="-120"/>
              </a:rPr>
              <a:t>velocity = gain · env · W′</a:t>
            </a:r>
            <a:endParaRPr lang="en-US" sz="1500" b="1" dirty="0"/>
          </a:p>
        </p:txBody>
      </p:sp>
      <p:sp>
        <p:nvSpPr>
          <p:cNvPr id="5" name="Text 3"/>
          <p:cNvSpPr/>
          <p:nvPr/>
        </p:nvSpPr>
        <p:spPr>
          <a:xfrm>
            <a:off x="812800" y="2874696"/>
            <a:ext cx="4578350"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3650"/>
                </a:solidFill>
                <a:latin typeface="Arial" pitchFamily="34" charset="0"/>
                <a:ea typeface="Arial" pitchFamily="34" charset="-122"/>
                <a:cs typeface="Arial" pitchFamily="34" charset="-120"/>
              </a:rPr>
              <a:t>gain</a:t>
            </a:r>
            <a:r>
              <a:rPr lang="en-US" sz="1300" dirty="0">
                <a:solidFill>
                  <a:srgbClr val="2B3650"/>
                </a:solidFill>
                <a:latin typeface="Arial" pitchFamily="34" charset="0"/>
                <a:ea typeface="Arial" pitchFamily="34" charset="-122"/>
                <a:cs typeface="Arial" pitchFamily="34" charset="-120"/>
              </a:rPr>
              <a:t> = info.gain_cm_s = 50 cm/s. </a:t>
            </a:r>
            <a:br>
              <a:rPr lang="en-US" sz="1300" dirty="0">
                <a:solidFill>
                  <a:srgbClr val="2B3650"/>
                </a:solidFill>
                <a:latin typeface="Arial" pitchFamily="34" charset="0"/>
                <a:ea typeface="Arial" pitchFamily="34" charset="-122"/>
                <a:cs typeface="Arial" pitchFamily="34" charset="-120"/>
              </a:rPr>
            </a:br>
            <a:r>
              <a:rPr lang="en-US" sz="1300" b="1" dirty="0">
                <a:solidFill>
                  <a:srgbClr val="2B3650"/>
                </a:solidFill>
                <a:latin typeface="Arial" pitchFamily="34" charset="0"/>
                <a:ea typeface="Arial" pitchFamily="34" charset="-122"/>
                <a:cs typeface="Arial" pitchFamily="34" charset="-120"/>
              </a:rPr>
              <a:t>W</a:t>
            </a:r>
            <a:r>
              <a:rPr lang="en-US" sz="1300" dirty="0">
                <a:solidFill>
                  <a:srgbClr val="2B3650"/>
                </a:solidFill>
                <a:latin typeface="Arial" pitchFamily="34" charset="0"/>
                <a:ea typeface="Arial" pitchFamily="34" charset="-122"/>
                <a:cs typeface="Arial" pitchFamily="34" charset="-120"/>
              </a:rPr>
              <a:t> = info.W: one row per axis, one column per muscle.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735730443"/>
              </p:ext>
            </p:extLst>
          </p:nvPr>
        </p:nvGraphicFramePr>
        <p:xfrm>
          <a:off x="822960" y="3600582"/>
          <a:ext cx="4434842" cy="990600"/>
        </p:xfrm>
        <a:graphic>
          <a:graphicData uri="http://schemas.openxmlformats.org/drawingml/2006/table">
            <a:tbl>
              <a:tblPr/>
              <a:tblGrid>
                <a:gridCol w="1064362">
                  <a:extLst>
                    <a:ext uri="{9D8B030D-6E8A-4147-A177-3AD203B41FA5}">
                      <a16:colId xmlns:a16="http://schemas.microsoft.com/office/drawing/2014/main" val="20000"/>
                    </a:ext>
                  </a:extLst>
                </a:gridCol>
                <a:gridCol w="842620">
                  <a:extLst>
                    <a:ext uri="{9D8B030D-6E8A-4147-A177-3AD203B41FA5}">
                      <a16:colId xmlns:a16="http://schemas.microsoft.com/office/drawing/2014/main" val="20001"/>
                    </a:ext>
                  </a:extLst>
                </a:gridCol>
                <a:gridCol w="842620">
                  <a:extLst>
                    <a:ext uri="{9D8B030D-6E8A-4147-A177-3AD203B41FA5}">
                      <a16:colId xmlns:a16="http://schemas.microsoft.com/office/drawing/2014/main" val="20002"/>
                    </a:ext>
                  </a:extLst>
                </a:gridCol>
                <a:gridCol w="842620">
                  <a:extLst>
                    <a:ext uri="{9D8B030D-6E8A-4147-A177-3AD203B41FA5}">
                      <a16:colId xmlns:a16="http://schemas.microsoft.com/office/drawing/2014/main" val="20003"/>
                    </a:ext>
                  </a:extLst>
                </a:gridCol>
                <a:gridCol w="842620">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14213D"/>
                          </a:solidFill>
                          <a:latin typeface="Arial" pitchFamily="34" charset="0"/>
                          <a:ea typeface="Arial" pitchFamily="34" charset="-122"/>
                          <a:cs typeface="Arial" pitchFamily="34" charset="-120"/>
                        </a:rPr>
                        <a:t>W</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R biceps</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L biceps</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L trap</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gn="ctr">
                        <a:lnSpc>
                          <a:spcPts val="1680"/>
                        </a:lnSpc>
                        <a:buNone/>
                      </a:pPr>
                      <a:r>
                        <a:rPr lang="en-US" sz="1200" b="1" dirty="0">
                          <a:solidFill>
                            <a:srgbClr val="14213D"/>
                          </a:solidFill>
                          <a:latin typeface="Arial" pitchFamily="34" charset="0"/>
                          <a:ea typeface="Arial" pitchFamily="34" charset="-122"/>
                          <a:cs typeface="Arial" pitchFamily="34" charset="-120"/>
                        </a:rPr>
                        <a:t>R trap</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x (right)</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y (down)</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812800" y="4705483"/>
            <a:ext cx="457835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The same in words: info.map_x and info.map_y. Velocity is in cm/s: integrate it in cm, then convert.</a:t>
            </a:r>
            <a:endParaRPr lang="en-US" sz="1200" dirty="0"/>
          </a:p>
        </p:txBody>
      </p:sp>
      <p:sp>
        <p:nvSpPr>
          <p:cNvPr id="8" name="Text 5"/>
          <p:cNvSpPr/>
          <p:nvPr/>
        </p:nvSpPr>
        <p:spPr>
          <a:xfrm>
            <a:off x="5613400" y="1726673"/>
            <a:ext cx="593877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chemeClr val="bg1">
                    <a:lumMod val="50000"/>
                  </a:schemeClr>
                </a:solidFill>
                <a:latin typeface="Arial" pitchFamily="34" charset="0"/>
                <a:ea typeface="Arial" pitchFamily="34" charset="-122"/>
                <a:cs typeface="Arial" pitchFamily="34" charset="-120"/>
              </a:rPr>
              <a:t>Good to know</a:t>
            </a:r>
            <a:endParaRPr lang="en-US" sz="1800" dirty="0">
              <a:solidFill>
                <a:schemeClr val="bg1">
                  <a:lumMod val="50000"/>
                </a:schemeClr>
              </a:solidFill>
            </a:endParaRPr>
          </a:p>
        </p:txBody>
      </p:sp>
      <p:graphicFrame>
        <p:nvGraphicFramePr>
          <p:cNvPr id="9" name="Table 1"/>
          <p:cNvGraphicFramePr>
            <a:graphicFrameLocks noGrp="1"/>
          </p:cNvGraphicFramePr>
          <p:nvPr>
            <p:extLst>
              <p:ext uri="{D42A27DB-BD31-4B8C-83A1-F6EECF244321}">
                <p14:modId xmlns:p14="http://schemas.microsoft.com/office/powerpoint/2010/main" val="977032485"/>
              </p:ext>
            </p:extLst>
          </p:nvPr>
        </p:nvGraphicFramePr>
        <p:xfrm>
          <a:off x="5623560" y="2125452"/>
          <a:ext cx="5755640" cy="3632200"/>
        </p:xfrm>
        <a:graphic>
          <a:graphicData uri="http://schemas.openxmlformats.org/drawingml/2006/table">
            <a:tbl>
              <a:tblPr/>
              <a:tblGrid>
                <a:gridCol w="1726692">
                  <a:extLst>
                    <a:ext uri="{9D8B030D-6E8A-4147-A177-3AD203B41FA5}">
                      <a16:colId xmlns:a16="http://schemas.microsoft.com/office/drawing/2014/main" val="20000"/>
                    </a:ext>
                  </a:extLst>
                </a:gridCol>
                <a:gridCol w="402894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4213D"/>
                          </a:solidFill>
                          <a:latin typeface="Arial" pitchFamily="34" charset="0"/>
                          <a:ea typeface="Arial" pitchFamily="34" charset="-122"/>
                          <a:cs typeface="Arial" pitchFamily="34" charset="-120"/>
                        </a:rPr>
                        <a:t>What</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tc>
                  <a:txBody>
                    <a:bodyPr/>
                    <a:lstStyle/>
                    <a:p>
                      <a:pPr marL="0" indent="0">
                        <a:lnSpc>
                          <a:spcPts val="1680"/>
                        </a:lnSpc>
                        <a:buNone/>
                      </a:pPr>
                      <a:r>
                        <a:rPr lang="en-US" sz="1200" b="1" dirty="0">
                          <a:solidFill>
                            <a:srgbClr val="14213D"/>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53340" marR="53340" marT="53340" marB="53340">
                    <a:lnL w="12700" cap="flat" cmpd="sng" algn="ctr">
                      <a:solidFill>
                        <a:srgbClr val="B1AEA7"/>
                      </a:solidFill>
                      <a:prstDash val="solid"/>
                      <a:round/>
                      <a:headEnd type="none" w="med" len="med"/>
                      <a:tailEnd type="none" w="med" len="med"/>
                    </a:lnL>
                    <a:lnR w="12700" cap="flat" cmpd="sng" algn="ctr">
                      <a:solidFill>
                        <a:srgbClr val="B1AEA7"/>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1AEA7"/>
                      </a:solidFill>
                      <a:prstDash val="solid"/>
                      <a:round/>
                      <a:headEnd type="none" w="med" len="med"/>
                      <a:tailEnd type="none" w="med" len="med"/>
                    </a:lnB>
                    <a:solidFill>
                      <a:srgbClr val="DDD9D1"/>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Sampling</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2000 Hz (info.fs)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1AEA7"/>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Screen</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2560 × 1600 px = 38.8 × 24.3 cm</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px → cm</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 info.cm_per_px (≈ 0.0152 cm/px)</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Axes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origin top-left, x right, y down</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Center target</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(1280, 800) px</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Raw EMG</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already band-passed 10–500 Hz by the hardware</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env_ columns</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(envelope − rest) / max; the max can be raised live</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Downsample</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only after the envelope, never on raw EMG</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8"/>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Center-out</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48 targets: 24 out, 24 back to the center</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09"/>
                  </a:ext>
                </a:extLst>
              </a:tr>
              <a:tr h="330200">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Random</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Arial" pitchFamily="34" charset="0"/>
                          <a:ea typeface="Arial" pitchFamily="34" charset="-122"/>
                          <a:cs typeface="Arial" pitchFamily="34" charset="-120"/>
                        </a:rPr>
                        <a:t>100 s; the last target may never be hit (NaN)</a:t>
                      </a:r>
                      <a:endParaRPr lang="en-US" sz="1200" dirty="0">
                        <a:latin typeface="Arial" charset="0"/>
                        <a:ea typeface="Arial" charset="0"/>
                        <a:cs typeface="Arial" charset="0"/>
                      </a:endParaRPr>
                    </a:p>
                  </a:txBody>
                  <a:tcPr marL="53340" marR="53340" marT="53340" marB="53340">
                    <a:lnL w="12700" cap="flat" cmpd="sng" algn="ctr">
                      <a:solidFill>
                        <a:srgbClr val="BEBBB4"/>
                      </a:solidFill>
                      <a:prstDash val="solid"/>
                      <a:round/>
                      <a:headEnd type="none" w="med" len="med"/>
                      <a:tailEnd type="none" w="med" len="med"/>
                    </a:lnL>
                    <a:lnR w="12700" cap="flat" cmpd="sng" algn="ctr">
                      <a:solidFill>
                        <a:srgbClr val="BEBBB4"/>
                      </a:solidFill>
                      <a:prstDash val="solid"/>
                      <a:round/>
                      <a:headEnd type="none" w="med" len="med"/>
                      <a:tailEnd type="none" w="med" len="med"/>
                    </a:lnR>
                    <a:lnT w="12700" cap="flat" cmpd="sng" algn="ctr">
                      <a:solidFill>
                        <a:srgbClr val="BEBBB4"/>
                      </a:solidFill>
                      <a:prstDash val="solid"/>
                      <a:round/>
                      <a:headEnd type="none" w="med" len="med"/>
                      <a:tailEnd type="none" w="med" len="med"/>
                    </a:lnT>
                    <a:lnB w="12700" cap="flat" cmpd="sng" algn="ctr">
                      <a:solidFill>
                        <a:srgbClr val="BEBBB4"/>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03536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GB" sz="3200" b="1" i="0" dirty="0">
                <a:solidFill>
                  <a:srgbClr val="14213D"/>
                </a:solidFill>
              </a:rPr>
              <a:t>What to hand in</a:t>
            </a:r>
          </a:p>
        </p:txBody>
      </p:sp>
      <p:sp>
        <p:nvSpPr>
          <p:cNvPr id="21" name="Folder head"/>
          <p:cNvSpPr txBox="1"/>
          <p:nvPr/>
        </p:nvSpPr>
        <p:spPr>
          <a:xfrm>
            <a:off x="812800" y="2060071"/>
            <a:ext cx="5080000" cy="279400"/>
          </a:xfrm>
          <a:prstGeom prst="rect">
            <a:avLst/>
          </a:prstGeom>
          <a:noFill/>
          <a:ln/>
        </p:spPr>
        <p:txBody>
          <a:bodyPr wrap="square" lIns="0" tIns="0" rIns="0" bIns="0" rtlCol="0" anchor="t">
            <a:noAutofit/>
          </a:bodyPr>
          <a:lstStyle/>
          <a:p>
            <a:pPr marL="0" indent="0" algn="l">
              <a:lnSpc>
                <a:spcPts val="2160"/>
              </a:lnSpc>
              <a:buNone/>
            </a:pPr>
            <a:r>
              <a:rPr lang="en-GB" sz="1800" b="1" dirty="0">
                <a:solidFill>
                  <a:schemeClr val="bg1">
                    <a:lumMod val="50000"/>
                  </a:schemeClr>
                </a:solidFill>
                <a:latin typeface="Arial" pitchFamily="34" charset="0"/>
                <a:ea typeface="Arial" pitchFamily="34" charset="-122"/>
                <a:cs typeface="Arial" pitchFamily="34" charset="-120"/>
              </a:rPr>
              <a:t>One folder per group</a:t>
            </a:r>
          </a:p>
        </p:txBody>
      </p:sp>
      <p:sp>
        <p:nvSpPr>
          <p:cNvPr id="23" name="Folder tree"/>
          <p:cNvSpPr txBox="1"/>
          <p:nvPr/>
        </p:nvSpPr>
        <p:spPr>
          <a:xfrm>
            <a:off x="990600" y="2631571"/>
            <a:ext cx="4762500" cy="965200"/>
          </a:xfrm>
          <a:prstGeom prst="rect">
            <a:avLst/>
          </a:prstGeom>
          <a:noFill/>
          <a:ln/>
        </p:spPr>
        <p:txBody>
          <a:bodyPr wrap="square" lIns="0" tIns="0" rIns="0" bIns="0" rtlCol="0" anchor="t">
            <a:noAutofit/>
          </a:bodyPr>
          <a:lstStyle/>
          <a:p>
            <a:pPr marL="0" indent="0" algn="l">
              <a:lnSpc>
                <a:spcPts val="1800"/>
              </a:lnSpc>
              <a:buNone/>
            </a:pPr>
            <a:r>
              <a:rPr lang="en-GB" sz="1200" dirty="0">
                <a:solidFill>
                  <a:srgbClr val="14213D"/>
                </a:solidFill>
                <a:latin typeface="Courier New" pitchFamily="49" charset="0"/>
                <a:ea typeface="Courier New" pitchFamily="49" charset="-122"/>
                <a:cs typeface="Courier New" pitchFamily="49" charset="-120"/>
              </a:rPr>
              <a:t>Group_#_Assignment_1/</a:t>
            </a:r>
          </a:p>
          <a:p>
            <a:pPr marL="0" indent="0" algn="l">
              <a:lnSpc>
                <a:spcPts val="1800"/>
              </a:lnSpc>
              <a:buNone/>
            </a:pPr>
            <a:r>
              <a:rPr lang="en-GB" sz="1200" dirty="0">
                <a:solidFill>
                  <a:srgbClr val="14213D"/>
                </a:solidFill>
                <a:latin typeface="Courier New" pitchFamily="49" charset="0"/>
                <a:ea typeface="Courier New" pitchFamily="49" charset="-122"/>
                <a:cs typeface="Courier New" pitchFamily="49" charset="-120"/>
              </a:rPr>
              <a:t>├── *.m          </a:t>
            </a:r>
            <a:r>
              <a:rPr lang="en-GB" sz="1200" dirty="0">
                <a:solidFill>
                  <a:schemeClr val="bg1">
                    <a:lumMod val="50000"/>
                  </a:schemeClr>
                </a:solidFill>
                <a:latin typeface="Courier New" pitchFamily="49" charset="0"/>
                <a:ea typeface="Courier New" pitchFamily="49" charset="-122"/>
                <a:cs typeface="Courier New" pitchFamily="49" charset="-120"/>
              </a:rPr>
              <a:t>commented code</a:t>
            </a:r>
          </a:p>
          <a:p>
            <a:pPr marL="0" indent="0" algn="l">
              <a:lnSpc>
                <a:spcPts val="1800"/>
              </a:lnSpc>
              <a:buNone/>
            </a:pPr>
            <a:r>
              <a:rPr lang="en-GB" sz="1200" dirty="0">
                <a:solidFill>
                  <a:srgbClr val="14213D"/>
                </a:solidFill>
                <a:latin typeface="Courier New" pitchFamily="49" charset="0"/>
                <a:ea typeface="Courier New" pitchFamily="49" charset="-122"/>
                <a:cs typeface="Courier New" pitchFamily="49" charset="-120"/>
              </a:rPr>
              <a:t>├── Group_#.mat  </a:t>
            </a:r>
            <a:r>
              <a:rPr lang="en-GB" sz="1200" dirty="0">
                <a:solidFill>
                  <a:schemeClr val="bg1">
                    <a:lumMod val="50000"/>
                  </a:schemeClr>
                </a:solidFill>
                <a:latin typeface="Courier New" pitchFamily="49" charset="0"/>
                <a:ea typeface="Courier New" pitchFamily="49" charset="-122"/>
                <a:cs typeface="Courier New" pitchFamily="49" charset="-120"/>
              </a:rPr>
              <a:t>your data</a:t>
            </a:r>
          </a:p>
          <a:p>
            <a:pPr marL="0" indent="0" algn="l">
              <a:lnSpc>
                <a:spcPts val="1800"/>
              </a:lnSpc>
              <a:buNone/>
            </a:pPr>
            <a:r>
              <a:rPr lang="en-GB" sz="1200" dirty="0">
                <a:solidFill>
                  <a:srgbClr val="14213D"/>
                </a:solidFill>
                <a:latin typeface="Courier New" pitchFamily="49" charset="0"/>
                <a:ea typeface="Courier New" pitchFamily="49" charset="-122"/>
                <a:cs typeface="Courier New" pitchFamily="49" charset="-120"/>
              </a:rPr>
              <a:t>└── Group_#.</a:t>
            </a:r>
            <a:r>
              <a:rPr lang="en-GB" sz="1200">
                <a:solidFill>
                  <a:srgbClr val="14213D"/>
                </a:solidFill>
                <a:latin typeface="Courier New" pitchFamily="49" charset="0"/>
                <a:ea typeface="Courier New" pitchFamily="49" charset="-122"/>
                <a:cs typeface="Courier New" pitchFamily="49" charset="-120"/>
              </a:rPr>
              <a:t>pdf  </a:t>
            </a:r>
            <a:r>
              <a:rPr lang="en-GB" sz="1200">
                <a:solidFill>
                  <a:schemeClr val="bg1">
                    <a:lumMod val="50000"/>
                  </a:schemeClr>
                </a:solidFill>
                <a:latin typeface="Courier New" pitchFamily="49" charset="0"/>
                <a:ea typeface="Courier New" pitchFamily="49" charset="-122"/>
                <a:cs typeface="Courier New" pitchFamily="49" charset="-120"/>
              </a:rPr>
              <a:t>figures</a:t>
            </a:r>
            <a:endParaRPr lang="en-GB" sz="1200" dirty="0">
              <a:solidFill>
                <a:schemeClr val="bg1">
                  <a:lumMod val="50000"/>
                </a:schemeClr>
              </a:solidFill>
              <a:latin typeface="Courier New" pitchFamily="49" charset="0"/>
              <a:ea typeface="Courier New" pitchFamily="49" charset="-122"/>
              <a:cs typeface="Courier New" pitchFamily="49" charset="-120"/>
            </a:endParaRPr>
          </a:p>
        </p:txBody>
      </p:sp>
      <p:sp>
        <p:nvSpPr>
          <p:cNvPr id="26" name="Cap cursor"/>
          <p:cNvSpPr txBox="1"/>
          <p:nvPr/>
        </p:nvSpPr>
        <p:spPr>
          <a:xfrm>
            <a:off x="6350000" y="1714500"/>
            <a:ext cx="5334000" cy="228600"/>
          </a:xfrm>
          <a:prstGeom prst="rect">
            <a:avLst/>
          </a:prstGeom>
          <a:noFill/>
          <a:ln/>
        </p:spPr>
        <p:txBody>
          <a:bodyPr wrap="square" lIns="0" tIns="0" rIns="0" bIns="0" rtlCol="0" anchor="t">
            <a:noAutofit/>
          </a:bodyPr>
          <a:lstStyle/>
          <a:p>
            <a:pPr marL="0" indent="0" algn="l">
              <a:buNone/>
            </a:pPr>
            <a:r>
              <a:rPr lang="en-GB" sz="1200" dirty="0">
                <a:solidFill>
                  <a:srgbClr val="4D566A"/>
                </a:solidFill>
                <a:latin typeface="Arial" pitchFamily="34" charset="0"/>
                <a:ea typeface="Arial" pitchFamily="34" charset="-122"/>
                <a:cs typeface="Arial" pitchFamily="34" charset="-120"/>
              </a:rPr>
              <a:t>Part 3 · Your cursor vs the logged one, with the target</a:t>
            </a:r>
          </a:p>
        </p:txBody>
      </p:sp>
      <p:sp>
        <p:nvSpPr>
          <p:cNvPr id="27" name="Cap env"/>
          <p:cNvSpPr txBox="1"/>
          <p:nvPr/>
        </p:nvSpPr>
        <p:spPr>
          <a:xfrm>
            <a:off x="812800" y="4699000"/>
            <a:ext cx="10883900" cy="228600"/>
          </a:xfrm>
          <a:prstGeom prst="rect">
            <a:avLst/>
          </a:prstGeom>
          <a:noFill/>
          <a:ln/>
        </p:spPr>
        <p:txBody>
          <a:bodyPr wrap="square" lIns="0" tIns="0" rIns="0" bIns="0" rtlCol="0" anchor="t">
            <a:noAutofit/>
          </a:bodyPr>
          <a:lstStyle/>
          <a:p>
            <a:pPr marL="0" indent="0" algn="l">
              <a:buNone/>
            </a:pPr>
            <a:r>
              <a:rPr lang="en-GB" sz="1200" dirty="0">
                <a:solidFill>
                  <a:srgbClr val="4D566A"/>
                </a:solidFill>
                <a:latin typeface="Arial" pitchFamily="34" charset="0"/>
                <a:ea typeface="Arial" pitchFamily="34" charset="-122"/>
                <a:cs typeface="Arial" pitchFamily="34" charset="-120"/>
              </a:rPr>
              <a:t>Part 1 · Your envelope vs the one the MCI computed live (R biceps)</a:t>
            </a:r>
          </a:p>
        </p:txBody>
      </p:sp>
      <p:pic>
        <p:nvPicPr>
          <p:cNvPr id="7" name="Picture 6">
            <a:extLst>
              <a:ext uri="{FF2B5EF4-FFF2-40B4-BE49-F238E27FC236}">
                <a16:creationId xmlns:a16="http://schemas.microsoft.com/office/drawing/2014/main" id="{D2C8CBEE-DE18-7CAE-8416-41CF43971287}"/>
              </a:ext>
            </a:extLst>
          </p:cNvPr>
          <p:cNvPicPr>
            <a:picLocks noChangeAspect="1"/>
          </p:cNvPicPr>
          <p:nvPr/>
        </p:nvPicPr>
        <p:blipFill>
          <a:blip r:embed="rId2"/>
          <a:stretch>
            <a:fillRect/>
          </a:stretch>
        </p:blipFill>
        <p:spPr>
          <a:xfrm>
            <a:off x="812800" y="4978400"/>
            <a:ext cx="10883900" cy="1329331"/>
          </a:xfrm>
          <a:prstGeom prst="rect">
            <a:avLst/>
          </a:prstGeom>
        </p:spPr>
      </p:pic>
      <p:pic>
        <p:nvPicPr>
          <p:cNvPr id="9" name="Picture 8">
            <a:extLst>
              <a:ext uri="{FF2B5EF4-FFF2-40B4-BE49-F238E27FC236}">
                <a16:creationId xmlns:a16="http://schemas.microsoft.com/office/drawing/2014/main" id="{D6A1705F-02CB-E1ED-54BA-2DF75A67CF99}"/>
              </a:ext>
            </a:extLst>
          </p:cNvPr>
          <p:cNvPicPr>
            <a:picLocks noChangeAspect="1"/>
          </p:cNvPicPr>
          <p:nvPr/>
        </p:nvPicPr>
        <p:blipFill>
          <a:blip r:embed="rId3"/>
          <a:srcRect l="14210" t="12848" r="11974" b="3932"/>
          <a:stretch>
            <a:fillRect/>
          </a:stretch>
        </p:blipFill>
        <p:spPr>
          <a:xfrm>
            <a:off x="6350000" y="1993900"/>
            <a:ext cx="4028986" cy="2413000"/>
          </a:xfrm>
          <a:prstGeom prst="rect">
            <a:avLst/>
          </a:prstGeom>
        </p:spPr>
      </p:pic>
    </p:spTree>
    <p:extLst>
      <p:ext uri="{BB962C8B-B14F-4D97-AF65-F5344CB8AC3E}">
        <p14:creationId xmlns:p14="http://schemas.microsoft.com/office/powerpoint/2010/main" val="281877793"/>
      </p:ext>
    </p:extLst>
  </p:cSld>
  <p:clrMapOvr>
    <a:masterClrMapping/>
  </p:clrMapOvr>
</p:sld>
</file>

<file path=ppt/theme/theme1.xml><?xml version="1.0" encoding="utf-8"?>
<a:theme xmlns:a="http://schemas.openxmlformats.org/drawingml/2006/main" name="BoMI Assignment – Introduction">
  <a:themeElements>
    <a:clrScheme name="BoMI Assignment – Introduction">
      <a:dk1>
        <a:srgbClr val="14213D"/>
      </a:dk1>
      <a:lt1>
        <a:srgbClr val="F6F4EF"/>
      </a:lt1>
      <a:dk2>
        <a:srgbClr val="4D566A"/>
      </a:dk2>
      <a:lt2>
        <a:srgbClr val="DFDFDD"/>
      </a:lt2>
      <a:accent1>
        <a:srgbClr val="C2611F"/>
      </a:accent1>
      <a:accent2>
        <a:srgbClr val="1F4E80"/>
      </a:accent2>
      <a:accent3>
        <a:srgbClr val="4A5568"/>
      </a:accent3>
      <a:accent4>
        <a:srgbClr val="3A4660"/>
      </a:accent4>
      <a:accent5>
        <a:srgbClr val="9AA0A6"/>
      </a:accent5>
      <a:accent6>
        <a:srgbClr val="6E7584"/>
      </a:accent6>
      <a:hlink>
        <a:srgbClr val="0563C1"/>
      </a:hlink>
      <a:folHlink>
        <a:srgbClr val="954F72"/>
      </a:folHlink>
    </a:clrScheme>
    <a:fontScheme name="BoMI Assignment – Introdu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2AC7A0-CFF0-4A79-AC20-81BCDC48095A}">
  <we:reference id="wa200010001" version="1.0.0.1" store="en-GB" storeType="OMEX"/>
  <we:alternateReferences>
    <we:reference id="wa200010001" version="1.0.0.1" store="wa200010001" storeType="OMEX"/>
  </we:alternateReferences>
  <we:properties>
    <we:property name="claude.fileId" value="&quot;c8701ba0-fa4c-4006-9e6c-e636e650cc9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10D318C850E7D41B96F4CDE8540DD0A" ma:contentTypeVersion="7" ma:contentTypeDescription="Creare un nuovo documento." ma:contentTypeScope="" ma:versionID="ee510a9e641ab2de4cbcc1add17d783b">
  <xsd:schema xmlns:xsd="http://www.w3.org/2001/XMLSchema" xmlns:xs="http://www.w3.org/2001/XMLSchema" xmlns:p="http://schemas.microsoft.com/office/2006/metadata/properties" xmlns:ns2="bc1688a0-0ace-48e9-b790-963e38994377" targetNamespace="http://schemas.microsoft.com/office/2006/metadata/properties" ma:root="true" ma:fieldsID="aa15395161ae9326ce5989328f5dad24" ns2:_="">
    <xsd:import namespace="bc1688a0-0ace-48e9-b790-963e389943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1688a0-0ace-48e9-b790-963e389943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45E041-F257-4F84-8B24-DBCC8EAA270A}"/>
</file>

<file path=customXml/itemProps2.xml><?xml version="1.0" encoding="utf-8"?>
<ds:datastoreItem xmlns:ds="http://schemas.openxmlformats.org/officeDocument/2006/customXml" ds:itemID="{54475B94-3F98-4E86-BC82-AB68C414DA4D}"/>
</file>

<file path=customXml/itemProps3.xml><?xml version="1.0" encoding="utf-8"?>
<ds:datastoreItem xmlns:ds="http://schemas.openxmlformats.org/officeDocument/2006/customXml" ds:itemID="{6AAE43B1-A301-46F4-BB88-3C9D84718F92}"/>
</file>

<file path=docProps/app.xml><?xml version="1.0" encoding="utf-8"?>
<Properties xmlns="http://schemas.openxmlformats.org/officeDocument/2006/extended-properties" xmlns:vt="http://schemas.openxmlformats.org/officeDocument/2006/docPropsVTypes">
  <TotalTime>0</TotalTime>
  <Words>960</Words>
  <Application>Microsoft Office PowerPoint</Application>
  <PresentationFormat>Widescreen</PresentationFormat>
  <Paragraphs>96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Courier New</vt:lpstr>
      <vt:lpstr>BoMI Assignment – Introduction</vt:lpstr>
      <vt:lpstr>Steering a cursor with four muscles</vt:lpstr>
      <vt:lpstr>From your session to one .mat file</vt:lpstr>
      <vt:lpstr>The assignment in three parts</vt:lpstr>
      <vt:lpstr>The map, the gains and the numbers you need</vt:lpstr>
      <vt:lpstr>What to hand 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BoMI Assignment – Introduction</dc:title>
  <dc:subject/>
  <dc:creator/>
  <cp:lastModifiedBy>federica sassi</cp:lastModifiedBy>
  <cp:revision>1</cp:revision>
  <dcterms:created xsi:type="dcterms:W3CDTF">2026-10-21T07:47:59Z</dcterms:created>
  <dcterms:modified xsi:type="dcterms:W3CDTF">2026-10-21T13:16:32Z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0x010100910D318C850E7D41B96F4CDE8540DD0A</vt:lpwstr>
  </property>
</Properties>
</file>